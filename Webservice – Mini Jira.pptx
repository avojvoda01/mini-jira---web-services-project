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diagrams/quickStyle3.xml" ContentType="application/vnd.openxmlformats-officedocument.drawingml.diagramStyle+xml"/>
  <Override PartName="/ppt/theme/theme1.xml" ContentType="application/vnd.openxmlformats-officedocument.theme+xml"/>
  <Override PartName="/ppt/diagrams/data8.xml" ContentType="application/vnd.openxmlformats-officedocument.drawingml.diagramData+xml"/>
  <Override PartName="/docProps/core.xml" ContentType="application/vnd.openxmlformats-package.core-properties+xml"/>
  <Override PartName="/ppt/diagrams/colors5.xml" ContentType="application/vnd.openxmlformats-officedocument.drawingml.diagramColor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diagrams/layout8.xml" ContentType="application/vnd.openxmlformats-officedocument.drawingml.diagram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diagrams/data7.xml" ContentType="application/vnd.openxmlformats-officedocument.drawingml.diagramData+xml"/>
  <Override PartName="/ppt/slideLayouts/slideLayout7.xml" ContentType="application/vnd.openxmlformats-officedocument.presentationml.slideLayout+xml"/>
  <Override PartName="/ppt/diagrams/data3.xml" ContentType="application/vnd.openxmlformats-officedocument.drawingml.diagramData+xml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diagrams/layout6.xml" ContentType="application/vnd.openxmlformats-officedocument.drawingml.diagramLayout+xml"/>
  <Override PartName="/ppt/diagrams/drawing7.xml" ContentType="application/vnd.openxmlformats-officedocument.drawingml.diagramDrawing+xml"/>
  <Override PartName="/ppt/diagrams/quickStyle6.xml" ContentType="application/vnd.openxmlformats-officedocument.drawingml.diagramStyle+xml"/>
  <Override PartName="/ppt/diagrams/layout7.xml" ContentType="application/vnd.openxmlformats-officedocument.drawingml.diagramLayout+xml"/>
  <Override PartName="/ppt/notesMasters/notesMaster1.xml" ContentType="application/vnd.openxmlformats-officedocument.presentationml.notesMaster+xml"/>
  <Override PartName="/ppt/diagrams/data6.xml" ContentType="application/vnd.openxmlformats-officedocument.drawingml.diagramData+xml"/>
  <Override PartName="/ppt/diagrams/drawing6.xml" ContentType="application/vnd.openxmlformats-officedocument.drawingml.diagramDrawing+xml"/>
  <Override PartName="/ppt/diagrams/drawing2.xml" ContentType="application/vnd.openxmlformats-officedocument.drawingml.diagramDrawing+xml"/>
  <Override PartName="/ppt/diagrams/colors4.xml" ContentType="application/vnd.openxmlformats-officedocument.drawingml.diagramColors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diagrams/drawing1.xml" ContentType="application/vnd.openxmlformats-officedocument.drawingml.diagramDrawing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drawing5.xml" ContentType="application/vnd.openxmlformats-officedocument.drawingml.diagramDrawing+xml"/>
  <Override PartName="/ppt/slides/slide10.xml" ContentType="application/vnd.openxmlformats-officedocument.presentationml.slide+xml"/>
  <Override PartName="/ppt/diagrams/colors6.xml" ContentType="application/vnd.openxmlformats-officedocument.drawingml.diagramColors+xml"/>
  <Override PartName="/ppt/diagrams/data4.xml" ContentType="application/vnd.openxmlformats-officedocument.drawingml.diagramData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quickStyle7.xml" ContentType="application/vnd.openxmlformats-officedocument.drawingml.diagramStyle+xml"/>
  <Override PartName="/ppt/diagrams/layout1.xml" ContentType="application/vnd.openxmlformats-officedocument.drawingml.diagramLayout+xml"/>
  <Override PartName="/ppt/diagrams/drawing3.xml" ContentType="application/vnd.openxmlformats-officedocument.drawingml.diagramDrawing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diagrams/colors8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colors7.xml" ContentType="application/vnd.openxmlformats-officedocument.drawingml.diagramColors+xml"/>
  <Override PartName="/ppt/diagrams/layout4.xml" ContentType="application/vnd.openxmlformats-officedocument.drawingml.diagramLayout+xml"/>
  <Override PartName="/ppt/diagrams/layout2.xml" ContentType="application/vnd.openxmlformats-officedocument.drawingml.diagramLayout+xml"/>
  <Override PartName="/ppt/slideLayouts/slideLayout1.xml" ContentType="application/vnd.openxmlformats-officedocument.presentationml.slideLayout+xml"/>
  <Override PartName="/ppt/diagrams/drawing8.xml" ContentType="application/vnd.openxmlformats-officedocument.drawingml.diagramDrawing+xml"/>
  <Override PartName="/ppt/slides/slide15.xml" ContentType="application/vnd.openxmlformats-officedocument.presentationml.slide+xml"/>
  <Override PartName="/ppt/diagrams/quickStyle5.xml" ContentType="application/vnd.openxmlformats-officedocument.drawingml.diagramStyle+xml"/>
  <Override PartName="/ppt/slides/slide5.xml" ContentType="application/vnd.openxmlformats-officedocument.presentationml.slide+xml"/>
  <Override PartName="/ppt/diagrams/quickStyle4.xml" ContentType="application/vnd.openxmlformats-officedocument.drawingml.diagramStyle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slideLayouts/slideLayout4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4.xml" ContentType="application/vnd.openxmlformats-officedocument.drawingml.diagramDrawing+xml"/>
  <Override PartName="/ppt/diagrams/colors3.xml" ContentType="application/vnd.openxmlformats-officedocument.drawingml.diagramColors+xml"/>
  <Override PartName="/ppt/diagrams/quickStyle8.xml" ContentType="application/vnd.openxmlformats-officedocument.drawingml.diagramStyl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quickStyle1.xml" ContentType="application/vnd.openxmlformats-officedocument.drawingml.diagramStyle+xml"/>
  <Override PartName="/ppt/diagrams/data1.xml" ContentType="application/vnd.openxmlformats-officedocument.drawingml.diagramData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6" y="18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diagrams/_rels/data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diagrams/_rels/data3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diagrams/_rels/data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diagrams/_rels/data5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diagrams/_rels/data6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diagrams/_rels/data7.xml.rels><?xml version="1.0" encoding="UTF-8" standalone="yes"?>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diagrams/_rels/data8.xml.rels><?xml version="1.0" encoding="UTF-8" standalone="yes"?>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media1.svg"/><Relationship Id="rId3" Type="http://schemas.openxmlformats.org/officeDocument/2006/relationships/image" Target="../media/image2.png"/><Relationship Id="rId4" Type="http://schemas.openxmlformats.org/officeDocument/2006/relationships/image" Target="../media/media2.svg"/><Relationship Id="rId5" Type="http://schemas.openxmlformats.org/officeDocument/2006/relationships/image" Target="../media/image3.png"/><Relationship Id="rId6" Type="http://schemas.openxmlformats.org/officeDocument/2006/relationships/image" Target="../media/media3.svg"/></Relationships>
</file>

<file path=ppt/diagrams/_rels/drawing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diagrams/_rels/drawing3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media4.svg"/><Relationship Id="rId3" Type="http://schemas.openxmlformats.org/officeDocument/2006/relationships/image" Target="../media/image5.png"/><Relationship Id="rId4" Type="http://schemas.openxmlformats.org/officeDocument/2006/relationships/image" Target="../media/media5.svg"/><Relationship Id="rId5" Type="http://schemas.openxmlformats.org/officeDocument/2006/relationships/image" Target="../media/image6.png"/><Relationship Id="rId6" Type="http://schemas.openxmlformats.org/officeDocument/2006/relationships/image" Target="../media/media6.svg"/><Relationship Id="rId7" Type="http://schemas.openxmlformats.org/officeDocument/2006/relationships/image" Target="../media/image7.png"/><Relationship Id="rId8" Type="http://schemas.openxmlformats.org/officeDocument/2006/relationships/image" Target="../media/media7.svg"/></Relationships>
</file>

<file path=ppt/diagrams/_rels/drawing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diagrams/_rels/drawing5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diagrams/_rels/drawing6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1.png"/><Relationship Id="rId3" Type="http://schemas.openxmlformats.org/officeDocument/2006/relationships/image" Target="../media/media8.svg"/><Relationship Id="rId4" Type="http://schemas.openxmlformats.org/officeDocument/2006/relationships/image" Target="../media/image12.png"/><Relationship Id="rId5" Type="http://schemas.openxmlformats.org/officeDocument/2006/relationships/image" Target="../media/media9.svg"/></Relationships>
</file>

<file path=ppt/diagrams/_rels/drawing7.xml.rels><?xml version="1.0" encoding="UTF-8" standalone="yes"?>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media10.svg"/><Relationship Id="rId3" Type="http://schemas.openxmlformats.org/officeDocument/2006/relationships/image" Target="../media/image14.png"/><Relationship Id="rId4" Type="http://schemas.openxmlformats.org/officeDocument/2006/relationships/image" Target="../media/media11.svg"/><Relationship Id="rId5" Type="http://schemas.openxmlformats.org/officeDocument/2006/relationships/image" Target="../media/image15.png"/><Relationship Id="rId6" Type="http://schemas.openxmlformats.org/officeDocument/2006/relationships/image" Target="../media/media12.svg"/><Relationship Id="rId7" Type="http://schemas.openxmlformats.org/officeDocument/2006/relationships/image" Target="../media/image16.png"/><Relationship Id="rId8" Type="http://schemas.openxmlformats.org/officeDocument/2006/relationships/image" Target="../media/media13.svg"/></Relationships>
</file>

<file path=ppt/diagrams/_rels/drawing8.xml.rels><?xml version="1.0" encoding="UTF-8" standalone="yes"?>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media14.svg"/><Relationship Id="rId3" Type="http://schemas.openxmlformats.org/officeDocument/2006/relationships/image" Target="../media/image19.png"/><Relationship Id="rId4" Type="http://schemas.openxmlformats.org/officeDocument/2006/relationships/image" Target="../media/media15.svg"/><Relationship Id="rId5" Type="http://schemas.openxmlformats.org/officeDocument/2006/relationships/image" Target="../media/image20.png"/><Relationship Id="rId6" Type="http://schemas.openxmlformats.org/officeDocument/2006/relationships/image" Target="../media/media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bg1">
        <a:lumMod val="95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bg1">
        <a:lumMod val="95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61F379-C518-4109-932B-1799BE711F3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FE04078A-FD62-4264-BC4F-68B315467E1A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Task Management Web Service</a:t>
          </a:r>
          <a:endParaRPr lang="en-US"/>
        </a:p>
      </dgm:t>
    </dgm:pt>
    <dgm:pt modelId="{6D3D995D-08AF-4935-BC6E-BFE23205AA9C}" type="par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B290CBF-78C5-4CC4-B56B-7406075B948A}" type="sib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43128B7-4D58-4F43-A972-4C948500F89D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Simple, scalable, role-based system</a:t>
          </a:r>
          <a:endParaRPr lang="en-US"/>
        </a:p>
      </dgm:t>
    </dgm:pt>
    <dgm:pt modelId="{F3956D3C-0195-4700-AB74-FF2D1EF38905}" type="par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22E01A7-4861-4365-9964-DCFBFB23706A}" type="sib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57DF6CB-28B0-4506-8444-0062C199B2D8}" type="node">
      <dgm:prSet/>
      <dgm:spPr bwMode="auto"/>
      <dgm:t>
        <a:bodyPr vert="horz" anchor="ctr"/>
        <a:lstStyle/>
        <a:p>
          <a:pPr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defRPr/>
          </a:pPr>
          <a:r>
            <a:rPr lang="de-DE"/>
            <a:t>Designed for teams &amp; project collaboration</a:t>
          </a:r>
          <a:endParaRPr lang="en-US"/>
        </a:p>
      </dgm:t>
    </dgm:pt>
    <dgm:pt modelId="{160C5684-43AC-4DA7-842E-71EC2A3ADD99}" type="par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7C3017C-5808-4A94-B876-2501E991BE3A}" type="sib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C0FE57E-FEE6-4158-8AD3-25EBF9702992}" type="pres">
      <dgm:prSet presAssocID="{9061F379-C518-4109-932B-1799BE711F3A}" presName="root" presStyleCnt="0">
        <dgm:presLayoutVars>
          <dgm:dir val="norm"/>
          <dgm:resizeHandles val="exact"/>
        </dgm:presLayoutVars>
      </dgm:prSet>
      <dgm:spPr bwMode="auto"/>
    </dgm:pt>
    <dgm:pt modelId="{CA7C0D43-A26E-4D30-9F20-4D4C987FBE84}" type="pres">
      <dgm:prSet presAssocID="{FE04078A-FD62-4264-BC4F-68B315467E1A}" presName="compNode" presStyleCnt="0"/>
      <dgm:spPr bwMode="auto"/>
    </dgm:pt>
    <dgm:pt modelId="{3FD083EA-3EFC-4DCB-A208-DD4F24AE3AED}" type="pres">
      <dgm:prSet presAssocID="{FE04078A-FD62-4264-BC4F-68B315467E1A}" presName="bgRect" presStyleLbl="bgShp" presStyleIdx="0" presStyleCnt="3"/>
      <dgm:spPr bwMode="auto"/>
    </dgm:pt>
    <dgm:pt modelId="{A8BC8CD6-8738-41EA-9E71-3CD4C9AF2582}" type="pres">
      <dgm:prSet presAssocID="{FE04078A-FD62-4264-BC4F-68B315467E1A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1626D5B3-9070-4B56-B291-74923B203150}" type="pres">
      <dgm:prSet presAssocID="{FE04078A-FD62-4264-BC4F-68B315467E1A}" presName="spaceRect" presStyleCnt="0"/>
      <dgm:spPr bwMode="auto"/>
    </dgm:pt>
    <dgm:pt modelId="{ACF9AC71-54D6-40B6-9BBF-6121431AFEF9}" type="pres">
      <dgm:prSet presAssocID="{FE04078A-FD62-4264-BC4F-68B315467E1A}" presName="parTx" presStyleLbl="revTx" presStyleIdx="0" presStyleCnt="3">
        <dgm:presLayoutVars>
          <dgm:chMax val="0"/>
          <dgm:chPref val="0"/>
        </dgm:presLayoutVars>
      </dgm:prSet>
      <dgm:spPr bwMode="auto"/>
    </dgm:pt>
    <dgm:pt modelId="{B906F445-E376-4412-AFE2-9D996B6F5B7A}" type="pres">
      <dgm:prSet presAssocID="{0B290CBF-78C5-4CC4-B56B-7406075B948A}" presName="sibTrans" presStyleCnt="0"/>
      <dgm:spPr bwMode="auto"/>
    </dgm:pt>
    <dgm:pt modelId="{89E46FA1-112E-4327-ABB8-1B5C19923A02}" type="pres">
      <dgm:prSet presAssocID="{143128B7-4D58-4F43-A972-4C948500F89D}" presName="compNode" presStyleCnt="0"/>
      <dgm:spPr bwMode="auto"/>
    </dgm:pt>
    <dgm:pt modelId="{23E5BB99-2328-448B-8669-6667B3706BCD}" type="pres">
      <dgm:prSet presAssocID="{143128B7-4D58-4F43-A972-4C948500F89D}" presName="bgRect" presStyleLbl="bgShp" presStyleIdx="1" presStyleCnt="3"/>
      <dgm:spPr bwMode="auto"/>
    </dgm:pt>
    <dgm:pt modelId="{B63312C8-A8E7-471C-BDC7-E288FC589C93}" type="pres">
      <dgm:prSet presAssocID="{143128B7-4D58-4F43-A972-4C948500F89D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6F011255-8EF9-4755-B366-230DAC82D74D}" type="pres">
      <dgm:prSet presAssocID="{143128B7-4D58-4F43-A972-4C948500F89D}" presName="spaceRect" presStyleCnt="0"/>
      <dgm:spPr bwMode="auto"/>
    </dgm:pt>
    <dgm:pt modelId="{35AA2DC6-EB90-4377-85A4-827E380A0EE9}" type="pres">
      <dgm:prSet presAssocID="{143128B7-4D58-4F43-A972-4C948500F89D}" presName="parTx" presStyleLbl="revTx" presStyleIdx="1" presStyleCnt="3">
        <dgm:presLayoutVars>
          <dgm:chMax val="0"/>
          <dgm:chPref val="0"/>
        </dgm:presLayoutVars>
      </dgm:prSet>
      <dgm:spPr bwMode="auto"/>
    </dgm:pt>
    <dgm:pt modelId="{CF38F5FF-9409-4590-AC69-3D7336DA6612}" type="pres">
      <dgm:prSet presAssocID="{222E01A7-4861-4365-9964-DCFBFB23706A}" presName="sibTrans" presStyleCnt="0"/>
      <dgm:spPr bwMode="auto"/>
    </dgm:pt>
    <dgm:pt modelId="{99AE9D4B-CFC7-45FE-9B34-50E653AC53B8}" type="pres">
      <dgm:prSet presAssocID="{C57DF6CB-28B0-4506-8444-0062C199B2D8}" presName="compNode" presStyleCnt="0"/>
      <dgm:spPr bwMode="auto"/>
    </dgm:pt>
    <dgm:pt modelId="{84A5270B-C85B-44A0-BE08-AE3E6BD0D9F3}" type="pres">
      <dgm:prSet presAssocID="{C57DF6CB-28B0-4506-8444-0062C199B2D8}" presName="bgRect" presStyleLbl="bgShp" presStyleIdx="2" presStyleCnt="3"/>
      <dgm:spPr bwMode="auto"/>
    </dgm:pt>
    <dgm:pt modelId="{CA7E8371-02DB-4E6B-BDD4-4E6725844AB0}" type="pres">
      <dgm:prSet presAssocID="{C57DF6CB-28B0-4506-8444-0062C199B2D8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B1EC4622-56CB-40D4-B4E9-0DC7ADFF0A77}" type="pres">
      <dgm:prSet presAssocID="{C57DF6CB-28B0-4506-8444-0062C199B2D8}" presName="spaceRect" presStyleCnt="0"/>
      <dgm:spPr bwMode="auto"/>
    </dgm:pt>
    <dgm:pt modelId="{D1F0C4A8-9922-4E19-BD57-11A092C0AE8A}" type="pres">
      <dgm:prSet presAssocID="{C57DF6CB-28B0-4506-8444-0062C199B2D8}" presName="parTx" presStyleLbl="revTx" presStyleIdx="2" presStyleCnt="3">
        <dgm:presLayoutVars>
          <dgm:chMax val="0"/>
          <dgm:chPref val="0"/>
        </dgm:presLayoutVars>
      </dgm:prSet>
      <dgm:spPr bwMode="auto"/>
    </dgm:pt>
  </dgm:ptLst>
  <dgm:cxnLst>
    <dgm:cxn modelId="{7F3BB30C-DD1D-4027-A145-919D6F48732E}" type="parOf" srcId="{9061F379-C518-4109-932B-1799BE711F3A}" destId="{143128B7-4D58-4F43-A972-4C948500F89D}" srcOrd="1" destOrd="0" parTransId="{F3956D3C-0195-4700-AB74-FF2D1EF38905}" sibTransId="{222E01A7-4861-4365-9964-DCFBFB23706A}"/>
    <dgm:cxn modelId="{38BAB427-FE14-44F5-A27F-FAB0AAB02036}" type="presOf" srcId="{FE04078A-FD62-4264-BC4F-68B315467E1A}" destId="{ACF9AC71-54D6-40B6-9BBF-6121431AFEF9}" srcOrd="0" destOrd="0" presId="urn:microsoft.com/office/officeart/2018/2/layout/IconVerticalSolidList"/>
    <dgm:cxn modelId="{BC902178-5A54-4F33-A581-5910A3AA8BAB}" type="presOf" srcId="{9061F379-C518-4109-932B-1799BE711F3A}" destId="{BC0FE57E-FEE6-4158-8AD3-25EBF9702992}" srcOrd="0" destOrd="0" presId="urn:microsoft.com/office/officeart/2018/2/layout/IconVerticalSolidList"/>
    <dgm:cxn modelId="{78274B81-A70C-4D04-B93C-C53DE053501D}" type="presOf" srcId="{C57DF6CB-28B0-4506-8444-0062C199B2D8}" destId="{D1F0C4A8-9922-4E19-BD57-11A092C0AE8A}" srcOrd="0" destOrd="0" presId="urn:microsoft.com/office/officeart/2018/2/layout/IconVerticalSolidList"/>
    <dgm:cxn modelId="{954D1AA3-2412-47E8-AE88-F5CAA169559A}" type="parOf" srcId="{9061F379-C518-4109-932B-1799BE711F3A}" destId="{C57DF6CB-28B0-4506-8444-0062C199B2D8}" srcOrd="2" destOrd="0" parTransId="{160C5684-43AC-4DA7-842E-71EC2A3ADD99}" sibTransId="{B7C3017C-5808-4A94-B876-2501E991BE3A}"/>
    <dgm:cxn modelId="{A7F0CBBF-3268-4BE1-A589-F70FA0FC3825}" type="presOf" srcId="{143128B7-4D58-4F43-A972-4C948500F89D}" destId="{35AA2DC6-EB90-4377-85A4-827E380A0EE9}" srcOrd="0" destOrd="0" presId="urn:microsoft.com/office/officeart/2018/2/layout/IconVerticalSolidList"/>
    <dgm:cxn modelId="{BC269CC9-77D4-4B70-9494-9F85277CBFFC}" type="parOf" srcId="{9061F379-C518-4109-932B-1799BE711F3A}" destId="{FE04078A-FD62-4264-BC4F-68B315467E1A}" srcOrd="0" destOrd="0" parTransId="{6D3D995D-08AF-4935-BC6E-BFE23205AA9C}" sibTransId="{0B290CBF-78C5-4CC4-B56B-7406075B948A}"/>
    <dgm:cxn modelId="{82E4ABC9-4254-4E44-8AE8-44CB2AE68426}" type="presParOf" srcId="{BC0FE57E-FEE6-4158-8AD3-25EBF9702992}" destId="{CA7C0D43-A26E-4D30-9F20-4D4C987FBE84}" srcOrd="0" destOrd="0" presId="urn:microsoft.com/office/officeart/2018/2/layout/IconVerticalSolidList"/>
    <dgm:cxn modelId="{78EAEEB5-E36C-4DF0-909B-F2D85F2CCEFF}" type="presParOf" srcId="{CA7C0D43-A26E-4D30-9F20-4D4C987FBE84}" destId="{3FD083EA-3EFC-4DCB-A208-DD4F24AE3AED}" srcOrd="0" destOrd="0" presId="urn:microsoft.com/office/officeart/2018/2/layout/IconVerticalSolidList"/>
    <dgm:cxn modelId="{F4D8FB46-AD6D-40DE-A42B-848EFEFEED7B}" type="presParOf" srcId="{CA7C0D43-A26E-4D30-9F20-4D4C987FBE84}" destId="{A8BC8CD6-8738-41EA-9E71-3CD4C9AF2582}" srcOrd="1" destOrd="0" presId="urn:microsoft.com/office/officeart/2018/2/layout/IconVerticalSolidList"/>
    <dgm:cxn modelId="{E5DB08B3-61A0-435B-87C5-35BABDF90C20}" type="presParOf" srcId="{CA7C0D43-A26E-4D30-9F20-4D4C987FBE84}" destId="{1626D5B3-9070-4B56-B291-74923B203150}" srcOrd="2" destOrd="0" presId="urn:microsoft.com/office/officeart/2018/2/layout/IconVerticalSolidList"/>
    <dgm:cxn modelId="{D78B2DEB-C169-4AA2-ADF5-DDC81C60B93C}" type="presParOf" srcId="{CA7C0D43-A26E-4D30-9F20-4D4C987FBE84}" destId="{ACF9AC71-54D6-40B6-9BBF-6121431AFEF9}" srcOrd="3" destOrd="0" presId="urn:microsoft.com/office/officeart/2018/2/layout/IconVerticalSolidList"/>
    <dgm:cxn modelId="{D1B84448-1FF0-482E-A8D0-58338B99D462}" type="presParOf" srcId="{BC0FE57E-FEE6-4158-8AD3-25EBF9702992}" destId="{B906F445-E376-4412-AFE2-9D996B6F5B7A}" srcOrd="1" destOrd="0" presId="urn:microsoft.com/office/officeart/2018/2/layout/IconVerticalSolidList"/>
    <dgm:cxn modelId="{26D6F702-E2E2-43BD-AF19-1F0C6762CC27}" type="presParOf" srcId="{BC0FE57E-FEE6-4158-8AD3-25EBF9702992}" destId="{89E46FA1-112E-4327-ABB8-1B5C19923A02}" srcOrd="2" destOrd="0" presId="urn:microsoft.com/office/officeart/2018/2/layout/IconVerticalSolidList"/>
    <dgm:cxn modelId="{1794A34B-B083-4702-8149-A46A71F455E6}" type="presParOf" srcId="{89E46FA1-112E-4327-ABB8-1B5C19923A02}" destId="{23E5BB99-2328-448B-8669-6667B3706BCD}" srcOrd="0" destOrd="0" presId="urn:microsoft.com/office/officeart/2018/2/layout/IconVerticalSolidList"/>
    <dgm:cxn modelId="{76E68F59-0C73-4781-893A-E04F28505733}" type="presParOf" srcId="{89E46FA1-112E-4327-ABB8-1B5C19923A02}" destId="{B63312C8-A8E7-471C-BDC7-E288FC589C93}" srcOrd="1" destOrd="0" presId="urn:microsoft.com/office/officeart/2018/2/layout/IconVerticalSolidList"/>
    <dgm:cxn modelId="{3F9DB94A-0DBD-4A56-9F03-F96913902E21}" type="presParOf" srcId="{89E46FA1-112E-4327-ABB8-1B5C19923A02}" destId="{6F011255-8EF9-4755-B366-230DAC82D74D}" srcOrd="2" destOrd="0" presId="urn:microsoft.com/office/officeart/2018/2/layout/IconVerticalSolidList"/>
    <dgm:cxn modelId="{6756F2C2-87EF-4766-BB61-A86D07558E95}" type="presParOf" srcId="{89E46FA1-112E-4327-ABB8-1B5C19923A02}" destId="{35AA2DC6-EB90-4377-85A4-827E380A0EE9}" srcOrd="3" destOrd="0" presId="urn:microsoft.com/office/officeart/2018/2/layout/IconVerticalSolidList"/>
    <dgm:cxn modelId="{9633BB9B-843D-4D0C-887B-45D303986979}" type="presParOf" srcId="{BC0FE57E-FEE6-4158-8AD3-25EBF9702992}" destId="{CF38F5FF-9409-4590-AC69-3D7336DA6612}" srcOrd="3" destOrd="0" presId="urn:microsoft.com/office/officeart/2018/2/layout/IconVerticalSolidList"/>
    <dgm:cxn modelId="{C94E92E3-04CF-4B13-8A6E-4910D0EA22E8}" type="presParOf" srcId="{BC0FE57E-FEE6-4158-8AD3-25EBF9702992}" destId="{99AE9D4B-CFC7-45FE-9B34-50E653AC53B8}" srcOrd="4" destOrd="0" presId="urn:microsoft.com/office/officeart/2018/2/layout/IconVerticalSolidList"/>
    <dgm:cxn modelId="{E77958B1-EF2F-483C-B66D-5144D6C71708}" type="presParOf" srcId="{99AE9D4B-CFC7-45FE-9B34-50E653AC53B8}" destId="{84A5270B-C85B-44A0-BE08-AE3E6BD0D9F3}" srcOrd="0" destOrd="0" presId="urn:microsoft.com/office/officeart/2018/2/layout/IconVerticalSolidList"/>
    <dgm:cxn modelId="{D6D58A7A-3532-4F1A-9B59-F0C0978009EA}" type="presParOf" srcId="{99AE9D4B-CFC7-45FE-9B34-50E653AC53B8}" destId="{CA7E8371-02DB-4E6B-BDD4-4E6725844AB0}" srcOrd="1" destOrd="0" presId="urn:microsoft.com/office/officeart/2018/2/layout/IconVerticalSolidList"/>
    <dgm:cxn modelId="{7E45A424-7B7D-4D76-B496-73F5A55AC659}" type="presParOf" srcId="{99AE9D4B-CFC7-45FE-9B34-50E653AC53B8}" destId="{B1EC4622-56CB-40D4-B4E9-0DC7ADFF0A77}" srcOrd="2" destOrd="0" presId="urn:microsoft.com/office/officeart/2018/2/layout/IconVerticalSolidList"/>
    <dgm:cxn modelId="{DE58813F-529C-4D56-9DAA-E0D0020F9B51}" type="presParOf" srcId="{99AE9D4B-CFC7-45FE-9B34-50E653AC53B8}" destId="{D1F0C4A8-9922-4E19-BD57-11A092C0AE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61F379-C518-4109-932B-1799BE711F3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FE04078A-FD62-4264-BC4F-68B315467E1A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Task Management Web Service</a:t>
          </a:r>
          <a:endParaRPr lang="en-US"/>
        </a:p>
      </dgm:t>
    </dgm:pt>
    <dgm:pt modelId="{6D3D995D-08AF-4935-BC6E-BFE23205AA9C}" type="par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B290CBF-78C5-4CC4-B56B-7406075B948A}" type="sib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43128B7-4D58-4F43-A972-4C948500F89D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Simple, scalable, role-based system</a:t>
          </a:r>
          <a:endParaRPr lang="en-US"/>
        </a:p>
      </dgm:t>
    </dgm:pt>
    <dgm:pt modelId="{F3956D3C-0195-4700-AB74-FF2D1EF38905}" type="par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22E01A7-4861-4365-9964-DCFBFB23706A}" type="sib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57DF6CB-28B0-4506-8444-0062C199B2D8}" type="node">
      <dgm:prSet/>
      <dgm:spPr bwMode="auto"/>
      <dgm:t>
        <a:bodyPr vert="horz" anchor="ctr"/>
        <a:lstStyle/>
        <a:p>
          <a:pPr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defRPr/>
          </a:pPr>
          <a:r>
            <a:rPr lang="de-DE"/>
            <a:t>Designed for teams &amp; project collaboration</a:t>
          </a:r>
          <a:endParaRPr lang="en-US"/>
        </a:p>
      </dgm:t>
    </dgm:pt>
    <dgm:pt modelId="{160C5684-43AC-4DA7-842E-71EC2A3ADD99}" type="par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7C3017C-5808-4A94-B876-2501E991BE3A}" type="sib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C0FE57E-FEE6-4158-8AD3-25EBF9702992}" type="pres">
      <dgm:prSet presAssocID="{9061F379-C518-4109-932B-1799BE711F3A}" presName="root" presStyleCnt="0">
        <dgm:presLayoutVars>
          <dgm:dir val="norm"/>
          <dgm:resizeHandles val="exact"/>
        </dgm:presLayoutVars>
      </dgm:prSet>
      <dgm:spPr bwMode="auto"/>
    </dgm:pt>
    <dgm:pt modelId="{CA7C0D43-A26E-4D30-9F20-4D4C987FBE84}" type="pres">
      <dgm:prSet presAssocID="{FE04078A-FD62-4264-BC4F-68B315467E1A}" presName="compNode" presStyleCnt="0"/>
      <dgm:spPr bwMode="auto"/>
    </dgm:pt>
    <dgm:pt modelId="{3FD083EA-3EFC-4DCB-A208-DD4F24AE3AED}" type="pres">
      <dgm:prSet presAssocID="{FE04078A-FD62-4264-BC4F-68B315467E1A}" presName="bgRect" presStyleLbl="bgShp" presStyleIdx="0" presStyleCnt="3"/>
      <dgm:spPr bwMode="auto"/>
    </dgm:pt>
    <dgm:pt modelId="{A8BC8CD6-8738-41EA-9E71-3CD4C9AF2582}" type="pres">
      <dgm:prSet presAssocID="{FE04078A-FD62-4264-BC4F-68B315467E1A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1626D5B3-9070-4B56-B291-74923B203150}" type="pres">
      <dgm:prSet presAssocID="{FE04078A-FD62-4264-BC4F-68B315467E1A}" presName="spaceRect" presStyleCnt="0"/>
      <dgm:spPr bwMode="auto"/>
    </dgm:pt>
    <dgm:pt modelId="{ACF9AC71-54D6-40B6-9BBF-6121431AFEF9}" type="pres">
      <dgm:prSet presAssocID="{FE04078A-FD62-4264-BC4F-68B315467E1A}" presName="parTx" presStyleLbl="revTx" presStyleIdx="0" presStyleCnt="3">
        <dgm:presLayoutVars>
          <dgm:chMax val="0"/>
          <dgm:chPref val="0"/>
        </dgm:presLayoutVars>
      </dgm:prSet>
      <dgm:spPr bwMode="auto"/>
    </dgm:pt>
    <dgm:pt modelId="{B906F445-E376-4412-AFE2-9D996B6F5B7A}" type="pres">
      <dgm:prSet presAssocID="{0B290CBF-78C5-4CC4-B56B-7406075B948A}" presName="sibTrans" presStyleCnt="0"/>
      <dgm:spPr bwMode="auto"/>
    </dgm:pt>
    <dgm:pt modelId="{89E46FA1-112E-4327-ABB8-1B5C19923A02}" type="pres">
      <dgm:prSet presAssocID="{143128B7-4D58-4F43-A972-4C948500F89D}" presName="compNode" presStyleCnt="0"/>
      <dgm:spPr bwMode="auto"/>
    </dgm:pt>
    <dgm:pt modelId="{23E5BB99-2328-448B-8669-6667B3706BCD}" type="pres">
      <dgm:prSet presAssocID="{143128B7-4D58-4F43-A972-4C948500F89D}" presName="bgRect" presStyleLbl="bgShp" presStyleIdx="1" presStyleCnt="3"/>
      <dgm:spPr bwMode="auto"/>
    </dgm:pt>
    <dgm:pt modelId="{B63312C8-A8E7-471C-BDC7-E288FC589C93}" type="pres">
      <dgm:prSet presAssocID="{143128B7-4D58-4F43-A972-4C948500F89D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6F011255-8EF9-4755-B366-230DAC82D74D}" type="pres">
      <dgm:prSet presAssocID="{143128B7-4D58-4F43-A972-4C948500F89D}" presName="spaceRect" presStyleCnt="0"/>
      <dgm:spPr bwMode="auto"/>
    </dgm:pt>
    <dgm:pt modelId="{35AA2DC6-EB90-4377-85A4-827E380A0EE9}" type="pres">
      <dgm:prSet presAssocID="{143128B7-4D58-4F43-A972-4C948500F89D}" presName="parTx" presStyleLbl="revTx" presStyleIdx="1" presStyleCnt="3">
        <dgm:presLayoutVars>
          <dgm:chMax val="0"/>
          <dgm:chPref val="0"/>
        </dgm:presLayoutVars>
      </dgm:prSet>
      <dgm:spPr bwMode="auto"/>
    </dgm:pt>
    <dgm:pt modelId="{CF38F5FF-9409-4590-AC69-3D7336DA6612}" type="pres">
      <dgm:prSet presAssocID="{222E01A7-4861-4365-9964-DCFBFB23706A}" presName="sibTrans" presStyleCnt="0"/>
      <dgm:spPr bwMode="auto"/>
    </dgm:pt>
    <dgm:pt modelId="{99AE9D4B-CFC7-45FE-9B34-50E653AC53B8}" type="pres">
      <dgm:prSet presAssocID="{C57DF6CB-28B0-4506-8444-0062C199B2D8}" presName="compNode" presStyleCnt="0"/>
      <dgm:spPr bwMode="auto"/>
    </dgm:pt>
    <dgm:pt modelId="{84A5270B-C85B-44A0-BE08-AE3E6BD0D9F3}" type="pres">
      <dgm:prSet presAssocID="{C57DF6CB-28B0-4506-8444-0062C199B2D8}" presName="bgRect" presStyleLbl="bgShp" presStyleIdx="2" presStyleCnt="3"/>
      <dgm:spPr bwMode="auto"/>
    </dgm:pt>
    <dgm:pt modelId="{CA7E8371-02DB-4E6B-BDD4-4E6725844AB0}" type="pres">
      <dgm:prSet presAssocID="{C57DF6CB-28B0-4506-8444-0062C199B2D8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B1EC4622-56CB-40D4-B4E9-0DC7ADFF0A77}" type="pres">
      <dgm:prSet presAssocID="{C57DF6CB-28B0-4506-8444-0062C199B2D8}" presName="spaceRect" presStyleCnt="0"/>
      <dgm:spPr bwMode="auto"/>
    </dgm:pt>
    <dgm:pt modelId="{D1F0C4A8-9922-4E19-BD57-11A092C0AE8A}" type="pres">
      <dgm:prSet presAssocID="{C57DF6CB-28B0-4506-8444-0062C199B2D8}" presName="parTx" presStyleLbl="revTx" presStyleIdx="2" presStyleCnt="3">
        <dgm:presLayoutVars>
          <dgm:chMax val="0"/>
          <dgm:chPref val="0"/>
        </dgm:presLayoutVars>
      </dgm:prSet>
      <dgm:spPr bwMode="auto"/>
    </dgm:pt>
  </dgm:ptLst>
  <dgm:cxnLst>
    <dgm:cxn modelId="{7F3BB30C-DD1D-4027-A145-919D6F48732E}" type="parOf" srcId="{9061F379-C518-4109-932B-1799BE711F3A}" destId="{143128B7-4D58-4F43-A972-4C948500F89D}" srcOrd="1" destOrd="0" parTransId="{F3956D3C-0195-4700-AB74-FF2D1EF38905}" sibTransId="{222E01A7-4861-4365-9964-DCFBFB23706A}"/>
    <dgm:cxn modelId="{38BAB427-FE14-44F5-A27F-FAB0AAB02036}" type="presOf" srcId="{FE04078A-FD62-4264-BC4F-68B315467E1A}" destId="{ACF9AC71-54D6-40B6-9BBF-6121431AFEF9}" srcOrd="0" destOrd="0" presId="urn:microsoft.com/office/officeart/2018/2/layout/IconVerticalSolidList"/>
    <dgm:cxn modelId="{BC902178-5A54-4F33-A581-5910A3AA8BAB}" type="presOf" srcId="{9061F379-C518-4109-932B-1799BE711F3A}" destId="{BC0FE57E-FEE6-4158-8AD3-25EBF9702992}" srcOrd="0" destOrd="0" presId="urn:microsoft.com/office/officeart/2018/2/layout/IconVerticalSolidList"/>
    <dgm:cxn modelId="{78274B81-A70C-4D04-B93C-C53DE053501D}" type="presOf" srcId="{C57DF6CB-28B0-4506-8444-0062C199B2D8}" destId="{D1F0C4A8-9922-4E19-BD57-11A092C0AE8A}" srcOrd="0" destOrd="0" presId="urn:microsoft.com/office/officeart/2018/2/layout/IconVerticalSolidList"/>
    <dgm:cxn modelId="{954D1AA3-2412-47E8-AE88-F5CAA169559A}" type="parOf" srcId="{9061F379-C518-4109-932B-1799BE711F3A}" destId="{C57DF6CB-28B0-4506-8444-0062C199B2D8}" srcOrd="2" destOrd="0" parTransId="{160C5684-43AC-4DA7-842E-71EC2A3ADD99}" sibTransId="{B7C3017C-5808-4A94-B876-2501E991BE3A}"/>
    <dgm:cxn modelId="{A7F0CBBF-3268-4BE1-A589-F70FA0FC3825}" type="presOf" srcId="{143128B7-4D58-4F43-A972-4C948500F89D}" destId="{35AA2DC6-EB90-4377-85A4-827E380A0EE9}" srcOrd="0" destOrd="0" presId="urn:microsoft.com/office/officeart/2018/2/layout/IconVerticalSolidList"/>
    <dgm:cxn modelId="{BC269CC9-77D4-4B70-9494-9F85277CBFFC}" type="parOf" srcId="{9061F379-C518-4109-932B-1799BE711F3A}" destId="{FE04078A-FD62-4264-BC4F-68B315467E1A}" srcOrd="0" destOrd="0" parTransId="{6D3D995D-08AF-4935-BC6E-BFE23205AA9C}" sibTransId="{0B290CBF-78C5-4CC4-B56B-7406075B948A}"/>
    <dgm:cxn modelId="{82E4ABC9-4254-4E44-8AE8-44CB2AE68426}" type="presParOf" srcId="{BC0FE57E-FEE6-4158-8AD3-25EBF9702992}" destId="{CA7C0D43-A26E-4D30-9F20-4D4C987FBE84}" srcOrd="0" destOrd="0" presId="urn:microsoft.com/office/officeart/2018/2/layout/IconVerticalSolidList"/>
    <dgm:cxn modelId="{78EAEEB5-E36C-4DF0-909B-F2D85F2CCEFF}" type="presParOf" srcId="{CA7C0D43-A26E-4D30-9F20-4D4C987FBE84}" destId="{3FD083EA-3EFC-4DCB-A208-DD4F24AE3AED}" srcOrd="0" destOrd="0" presId="urn:microsoft.com/office/officeart/2018/2/layout/IconVerticalSolidList"/>
    <dgm:cxn modelId="{F4D8FB46-AD6D-40DE-A42B-848EFEFEED7B}" type="presParOf" srcId="{CA7C0D43-A26E-4D30-9F20-4D4C987FBE84}" destId="{A8BC8CD6-8738-41EA-9E71-3CD4C9AF2582}" srcOrd="1" destOrd="0" presId="urn:microsoft.com/office/officeart/2018/2/layout/IconVerticalSolidList"/>
    <dgm:cxn modelId="{E5DB08B3-61A0-435B-87C5-35BABDF90C20}" type="presParOf" srcId="{CA7C0D43-A26E-4D30-9F20-4D4C987FBE84}" destId="{1626D5B3-9070-4B56-B291-74923B203150}" srcOrd="2" destOrd="0" presId="urn:microsoft.com/office/officeart/2018/2/layout/IconVerticalSolidList"/>
    <dgm:cxn modelId="{D78B2DEB-C169-4AA2-ADF5-DDC81C60B93C}" type="presParOf" srcId="{CA7C0D43-A26E-4D30-9F20-4D4C987FBE84}" destId="{ACF9AC71-54D6-40B6-9BBF-6121431AFEF9}" srcOrd="3" destOrd="0" presId="urn:microsoft.com/office/officeart/2018/2/layout/IconVerticalSolidList"/>
    <dgm:cxn modelId="{D1B84448-1FF0-482E-A8D0-58338B99D462}" type="presParOf" srcId="{BC0FE57E-FEE6-4158-8AD3-25EBF9702992}" destId="{B906F445-E376-4412-AFE2-9D996B6F5B7A}" srcOrd="1" destOrd="0" presId="urn:microsoft.com/office/officeart/2018/2/layout/IconVerticalSolidList"/>
    <dgm:cxn modelId="{26D6F702-E2E2-43BD-AF19-1F0C6762CC27}" type="presParOf" srcId="{BC0FE57E-FEE6-4158-8AD3-25EBF9702992}" destId="{89E46FA1-112E-4327-ABB8-1B5C19923A02}" srcOrd="2" destOrd="0" presId="urn:microsoft.com/office/officeart/2018/2/layout/IconVerticalSolidList"/>
    <dgm:cxn modelId="{1794A34B-B083-4702-8149-A46A71F455E6}" type="presParOf" srcId="{89E46FA1-112E-4327-ABB8-1B5C19923A02}" destId="{23E5BB99-2328-448B-8669-6667B3706BCD}" srcOrd="0" destOrd="0" presId="urn:microsoft.com/office/officeart/2018/2/layout/IconVerticalSolidList"/>
    <dgm:cxn modelId="{76E68F59-0C73-4781-893A-E04F28505733}" type="presParOf" srcId="{89E46FA1-112E-4327-ABB8-1B5C19923A02}" destId="{B63312C8-A8E7-471C-BDC7-E288FC589C93}" srcOrd="1" destOrd="0" presId="urn:microsoft.com/office/officeart/2018/2/layout/IconVerticalSolidList"/>
    <dgm:cxn modelId="{3F9DB94A-0DBD-4A56-9F03-F96913902E21}" type="presParOf" srcId="{89E46FA1-112E-4327-ABB8-1B5C19923A02}" destId="{6F011255-8EF9-4755-B366-230DAC82D74D}" srcOrd="2" destOrd="0" presId="urn:microsoft.com/office/officeart/2018/2/layout/IconVerticalSolidList"/>
    <dgm:cxn modelId="{6756F2C2-87EF-4766-BB61-A86D07558E95}" type="presParOf" srcId="{89E46FA1-112E-4327-ABB8-1B5C19923A02}" destId="{35AA2DC6-EB90-4377-85A4-827E380A0EE9}" srcOrd="3" destOrd="0" presId="urn:microsoft.com/office/officeart/2018/2/layout/IconVerticalSolidList"/>
    <dgm:cxn modelId="{9633BB9B-843D-4D0C-887B-45D303986979}" type="presParOf" srcId="{BC0FE57E-FEE6-4158-8AD3-25EBF9702992}" destId="{CF38F5FF-9409-4590-AC69-3D7336DA6612}" srcOrd="3" destOrd="0" presId="urn:microsoft.com/office/officeart/2018/2/layout/IconVerticalSolidList"/>
    <dgm:cxn modelId="{C94E92E3-04CF-4B13-8A6E-4910D0EA22E8}" type="presParOf" srcId="{BC0FE57E-FEE6-4158-8AD3-25EBF9702992}" destId="{99AE9D4B-CFC7-45FE-9B34-50E653AC53B8}" srcOrd="4" destOrd="0" presId="urn:microsoft.com/office/officeart/2018/2/layout/IconVerticalSolidList"/>
    <dgm:cxn modelId="{E77958B1-EF2F-483C-B66D-5144D6C71708}" type="presParOf" srcId="{99AE9D4B-CFC7-45FE-9B34-50E653AC53B8}" destId="{84A5270B-C85B-44A0-BE08-AE3E6BD0D9F3}" srcOrd="0" destOrd="0" presId="urn:microsoft.com/office/officeart/2018/2/layout/IconVerticalSolidList"/>
    <dgm:cxn modelId="{D6D58A7A-3532-4F1A-9B59-F0C0978009EA}" type="presParOf" srcId="{99AE9D4B-CFC7-45FE-9B34-50E653AC53B8}" destId="{CA7E8371-02DB-4E6B-BDD4-4E6725844AB0}" srcOrd="1" destOrd="0" presId="urn:microsoft.com/office/officeart/2018/2/layout/IconVerticalSolidList"/>
    <dgm:cxn modelId="{7E45A424-7B7D-4D76-B496-73F5A55AC659}" type="presParOf" srcId="{99AE9D4B-CFC7-45FE-9B34-50E653AC53B8}" destId="{B1EC4622-56CB-40D4-B4E9-0DC7ADFF0A77}" srcOrd="2" destOrd="0" presId="urn:microsoft.com/office/officeart/2018/2/layout/IconVerticalSolidList"/>
    <dgm:cxn modelId="{DE58813F-529C-4D56-9DAA-E0D0020F9B51}" type="presParOf" srcId="{99AE9D4B-CFC7-45FE-9B34-50E653AC53B8}" destId="{D1F0C4A8-9922-4E19-BD57-11A092C0AE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A82A0941-F412-449B-AFCA-8CC70405BFC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B52389DD-C219-4790-BB47-9197E1400E68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Create and delete tasks</a:t>
          </a:r>
          <a:endParaRPr lang="en-US"/>
        </a:p>
      </dgm:t>
    </dgm:pt>
    <dgm:pt modelId="{EDB98E07-57D9-40BE-B713-EC943659939E}" type="parTrans" cxnId="{D60455E6-3F84-43FC-83DA-565EA3E823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74CE836-75EE-4EA6-A9AC-96F0F9FD3A2F}" type="sibTrans" cxnId="{D60455E6-3F84-43FC-83DA-565EA3E823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CCF05DD-F03F-431A-8E66-6B443191FE34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Asign tasks to team members</a:t>
          </a:r>
          <a:endParaRPr lang="en-US"/>
        </a:p>
      </dgm:t>
    </dgm:pt>
    <dgm:pt modelId="{5C474E6C-B2C9-407A-A9B7-C8A4FAFEE4C0}" type="parTrans" cxnId="{B675D4A0-6B3A-4EAD-9552-AE147CF3480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07249D5-8BE9-476E-9834-02027EE6FDD1}" type="sibTrans" cxnId="{B675D4A0-6B3A-4EAD-9552-AE147CF3480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CA5A2EF-4627-4D31-AFEC-AA033501C5D4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Update :</a:t>
          </a:r>
          <a:endParaRPr lang="en-US"/>
        </a:p>
      </dgm:t>
    </dgm:pt>
    <dgm:pt modelId="{2061CCBB-C9B6-4ACD-95A3-9A33802A5ADF}" type="parTrans" cxnId="{123F97B1-EA2B-4463-89A8-4116BC21BB4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EDDDCF5-8213-4E88-B572-A2EFA7E44ED4}" type="sibTrans" cxnId="{123F97B1-EA2B-4463-89A8-4116BC21BB4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AFADE47-CCD0-4B1E-BC2E-AC20B81B423E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Status (</a:t>
          </a:r>
          <a:r>
            <a:rPr lang="de-DE"/>
            <a:t>To</a:t>
          </a:r>
          <a:r>
            <a:rPr lang="de-DE"/>
            <a:t> Do / In Progress / </a:t>
          </a:r>
          <a:r>
            <a:rPr lang="de-DE"/>
            <a:t>Done</a:t>
          </a:r>
          <a:r>
            <a:rPr lang="de-DE"/>
            <a:t>  … )</a:t>
          </a:r>
          <a:endParaRPr lang="en-US"/>
        </a:p>
      </dgm:t>
    </dgm:pt>
    <dgm:pt modelId="{F04382F3-9D11-4F08-ACBB-444AA5E75F30}" type="parTrans" cxnId="{5B97E36B-827D-473C-8716-41FF4D2EFB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B61EC71-9E56-4548-9A63-AFD716064F15}" type="sibTrans" cxnId="{5B97E36B-827D-473C-8716-41FF4D2EFB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4C55444-DA1E-43D8-B66F-964A5AF7C43F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Priority ( Low / Medium / High )</a:t>
          </a:r>
          <a:endParaRPr lang="en-US"/>
        </a:p>
      </dgm:t>
    </dgm:pt>
    <dgm:pt modelId="{E7559D29-6325-4B23-8887-9E6D404E2BB0}" type="parTrans" cxnId="{7F245F9F-8E3C-4123-B576-B2A56053CA4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EDB1D5E-0D6C-4386-B785-5FF451DE8C59}" type="sibTrans" cxnId="{7F245F9F-8E3C-4123-B576-B2A56053CA4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9ADC767-CA72-4D48-B4A0-63D0D48C8755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Add labels / epics for categorization</a:t>
          </a:r>
          <a:endParaRPr lang="en-US"/>
        </a:p>
      </dgm:t>
    </dgm:pt>
    <dgm:pt modelId="{42226A45-DC05-43DE-A335-EE30D3A7FDBA}" type="parTrans" cxnId="{DF0E0B10-A181-446E-86B2-42365837852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2B98AA4-6BE1-4FFF-82D8-D630C935DDB0}" type="sibTrans" cxnId="{DF0E0B10-A181-446E-86B2-42365837852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075E3EC-5FCB-4D13-BE80-9FA7D32222AB}" type="pres">
      <dgm:prSet presAssocID="{A82A0941-F412-449B-AFCA-8CC70405BFCE}" presName="root" presStyleCnt="0">
        <dgm:presLayoutVars>
          <dgm:dir val="norm"/>
          <dgm:resizeHandles val="exact"/>
        </dgm:presLayoutVars>
      </dgm:prSet>
      <dgm:spPr bwMode="auto"/>
    </dgm:pt>
    <dgm:pt modelId="{96AD8B50-070D-434F-9527-FC4E92071663}" type="pres">
      <dgm:prSet presAssocID="{B52389DD-C219-4790-BB47-9197E1400E68}" presName="compNode" presStyleCnt="0"/>
      <dgm:spPr bwMode="auto"/>
    </dgm:pt>
    <dgm:pt modelId="{7BD869FC-B461-4CFA-8B81-9E82518E424C}" type="pres">
      <dgm:prSet presAssocID="{B52389DD-C219-4790-BB47-9197E1400E68}" presName="bgRect" presStyleLbl="bgShp" presStyleIdx="0" presStyleCnt="4"/>
      <dgm:spPr bwMode="auto"/>
    </dgm:pt>
    <dgm:pt modelId="{9511ED16-F34E-4AD6-B66D-3F70BA517240}" type="pres">
      <dgm:prSet presAssocID="{B52389DD-C219-4790-BB47-9197E1400E68}" presName="iconRect" presStyleLbl="node1" presStyleIdx="0" presStyleCnt="4"/>
      <dgm:spPr bwMode="auto">
        <a:blipFill rotWithShape="1">
          <a:blip r:embed="rId1"/>
          <a:stretch/>
        </a:blipFill>
      </dgm:spPr>
    </dgm:pt>
    <dgm:pt modelId="{97C3CFA4-237C-4F89-AECC-B7F60745C7FD}" type="pres">
      <dgm:prSet presAssocID="{B52389DD-C219-4790-BB47-9197E1400E68}" presName="spaceRect" presStyleCnt="0"/>
      <dgm:spPr bwMode="auto"/>
    </dgm:pt>
    <dgm:pt modelId="{0CB23EAF-429C-456E-8642-801A780F6054}" type="pres">
      <dgm:prSet presAssocID="{B52389DD-C219-4790-BB47-9197E1400E68}" presName="parTx" presStyleLbl="revTx" presStyleIdx="0" presStyleCnt="5">
        <dgm:presLayoutVars>
          <dgm:chMax val="0"/>
          <dgm:chPref val="0"/>
        </dgm:presLayoutVars>
      </dgm:prSet>
      <dgm:spPr bwMode="auto"/>
    </dgm:pt>
    <dgm:pt modelId="{FF1319D6-B791-41CA-A4A9-64773289A201}" type="pres">
      <dgm:prSet presAssocID="{474CE836-75EE-4EA6-A9AC-96F0F9FD3A2F}" presName="sibTrans" presStyleCnt="0"/>
      <dgm:spPr bwMode="auto"/>
    </dgm:pt>
    <dgm:pt modelId="{08925671-D2CC-4257-89CC-A2EDD0AC2ABE}" type="pres">
      <dgm:prSet presAssocID="{5CCF05DD-F03F-431A-8E66-6B443191FE34}" presName="compNode" presStyleCnt="0"/>
      <dgm:spPr bwMode="auto"/>
    </dgm:pt>
    <dgm:pt modelId="{CC426A96-FFDB-4266-A757-CD996B6C4DB4}" type="pres">
      <dgm:prSet presAssocID="{5CCF05DD-F03F-431A-8E66-6B443191FE34}" presName="bgRect" presStyleLbl="bgShp" presStyleIdx="1" presStyleCnt="4"/>
      <dgm:spPr bwMode="auto"/>
    </dgm:pt>
    <dgm:pt modelId="{1988A234-0E14-48AC-8EB6-6A70D849B03F}" type="pres">
      <dgm:prSet presAssocID="{5CCF05DD-F03F-431A-8E66-6B443191FE34}" presName="iconRect" presStyleLbl="node1" presStyleIdx="1" presStyleCnt="4"/>
      <dgm:spPr bwMode="auto">
        <a:blipFill rotWithShape="1">
          <a:blip r:embed="rId2"/>
          <a:stretch/>
        </a:blipFill>
      </dgm:spPr>
    </dgm:pt>
    <dgm:pt modelId="{B327B8B3-3B64-40B4-8B15-0F750982B6D5}" type="pres">
      <dgm:prSet presAssocID="{5CCF05DD-F03F-431A-8E66-6B443191FE34}" presName="spaceRect" presStyleCnt="0"/>
      <dgm:spPr bwMode="auto"/>
    </dgm:pt>
    <dgm:pt modelId="{4D01CF91-04D6-4181-87C6-F387D13098CC}" type="pres">
      <dgm:prSet presAssocID="{5CCF05DD-F03F-431A-8E66-6B443191FE34}" presName="parTx" presStyleLbl="revTx" presStyleIdx="1" presStyleCnt="5">
        <dgm:presLayoutVars>
          <dgm:chMax val="0"/>
          <dgm:chPref val="0"/>
        </dgm:presLayoutVars>
      </dgm:prSet>
      <dgm:spPr bwMode="auto"/>
    </dgm:pt>
    <dgm:pt modelId="{6CCAD248-3F0E-448F-BC9E-96FEB1F82AC6}" type="pres">
      <dgm:prSet presAssocID="{207249D5-8BE9-476E-9834-02027EE6FDD1}" presName="sibTrans" presStyleCnt="0"/>
      <dgm:spPr bwMode="auto"/>
    </dgm:pt>
    <dgm:pt modelId="{EBD868B3-45A6-4F68-AA44-FCE0E22F4B54}" type="pres">
      <dgm:prSet presAssocID="{3CA5A2EF-4627-4D31-AFEC-AA033501C5D4}" presName="compNode" presStyleCnt="0"/>
      <dgm:spPr bwMode="auto"/>
    </dgm:pt>
    <dgm:pt modelId="{2E6C152C-E176-4EF6-A215-A5A239D3187B}" type="pres">
      <dgm:prSet presAssocID="{3CA5A2EF-4627-4D31-AFEC-AA033501C5D4}" presName="bgRect" presStyleLbl="bgShp" presStyleIdx="2" presStyleCnt="4"/>
      <dgm:spPr bwMode="auto"/>
    </dgm:pt>
    <dgm:pt modelId="{4B674C94-901C-4D64-A9CE-27A8F67F7D24}" type="pres">
      <dgm:prSet presAssocID="{3CA5A2EF-4627-4D31-AFEC-AA033501C5D4}" presName="iconRect" presStyleLbl="node1" presStyleIdx="2" presStyleCnt="4"/>
      <dgm:spPr bwMode="auto">
        <a:blipFill rotWithShape="1">
          <a:blip r:embed="rId3"/>
          <a:stretch/>
        </a:blipFill>
      </dgm:spPr>
    </dgm:pt>
    <dgm:pt modelId="{D1E41B78-B143-4227-88EF-FB74FA0C6C61}" type="pres">
      <dgm:prSet presAssocID="{3CA5A2EF-4627-4D31-AFEC-AA033501C5D4}" presName="spaceRect" presStyleCnt="0"/>
      <dgm:spPr bwMode="auto"/>
    </dgm:pt>
    <dgm:pt modelId="{A111DF8C-E82B-4F1B-8F95-841691900A1C}" type="pres">
      <dgm:prSet presAssocID="{3CA5A2EF-4627-4D31-AFEC-AA033501C5D4}" presName="parTx" presStyleLbl="revTx" presStyleIdx="2" presStyleCnt="5">
        <dgm:presLayoutVars>
          <dgm:chMax val="0"/>
          <dgm:chPref val="0"/>
        </dgm:presLayoutVars>
      </dgm:prSet>
      <dgm:spPr bwMode="auto"/>
    </dgm:pt>
    <dgm:pt modelId="{5333471D-7F93-4B45-9FEF-B14C742E1E7E}" type="pres">
      <dgm:prSet custLinFactNeighborX="-61243" presAssocID="{3CA5A2EF-4627-4D31-AFEC-AA033501C5D4}" presName="desTx" presStyleLbl="revTx" presStyleIdx="3" presStyleCnt="5">
        <dgm:presLayoutVars/>
      </dgm:prSet>
      <dgm:spPr bwMode="auto"/>
    </dgm:pt>
    <dgm:pt modelId="{DCA09A58-E17C-45A3-B21A-5E1EB6257993}" type="pres">
      <dgm:prSet presAssocID="{5EDDDCF5-8213-4E88-B572-A2EFA7E44ED4}" presName="sibTrans" presStyleCnt="0"/>
      <dgm:spPr bwMode="auto"/>
    </dgm:pt>
    <dgm:pt modelId="{E3B324CA-C9CD-4E40-BF11-33A175025A98}" type="pres">
      <dgm:prSet presAssocID="{39ADC767-CA72-4D48-B4A0-63D0D48C8755}" presName="compNode" presStyleCnt="0"/>
      <dgm:spPr bwMode="auto"/>
    </dgm:pt>
    <dgm:pt modelId="{38E6E0BD-BD6C-43C7-A2D3-69B663BD8BB7}" type="pres">
      <dgm:prSet presAssocID="{39ADC767-CA72-4D48-B4A0-63D0D48C8755}" presName="bgRect" presStyleLbl="bgShp" presStyleIdx="3" presStyleCnt="4"/>
      <dgm:spPr bwMode="auto"/>
    </dgm:pt>
    <dgm:pt modelId="{7DE821EB-5612-4580-8DF1-296BC174EFA6}" type="pres">
      <dgm:prSet presAssocID="{39ADC767-CA72-4D48-B4A0-63D0D48C8755}" presName="iconRect" presStyleLbl="node1" presStyleIdx="3" presStyleCnt="4"/>
      <dgm:spPr bwMode="auto">
        <a:blipFill rotWithShape="1">
          <a:blip r:embed="rId4"/>
          <a:stretch/>
        </a:blipFill>
      </dgm:spPr>
    </dgm:pt>
    <dgm:pt modelId="{11040B06-412F-467E-9693-5C2E2402584F}" type="pres">
      <dgm:prSet presAssocID="{39ADC767-CA72-4D48-B4A0-63D0D48C8755}" presName="spaceRect" presStyleCnt="0"/>
      <dgm:spPr bwMode="auto"/>
    </dgm:pt>
    <dgm:pt modelId="{C4D41BC0-FF9B-4804-930A-EA4D29800FC2}" type="pres">
      <dgm:prSet presAssocID="{39ADC767-CA72-4D48-B4A0-63D0D48C8755}" presName="parTx" presStyleLbl="revTx" presStyleIdx="4" presStyleCnt="5">
        <dgm:presLayoutVars>
          <dgm:chMax val="0"/>
          <dgm:chPref val="0"/>
        </dgm:presLayoutVars>
      </dgm:prSet>
      <dgm:spPr bwMode="auto"/>
    </dgm:pt>
  </dgm:ptLst>
  <dgm:cxnLst>
    <dgm:cxn modelId="{DF0E0B10-A181-446E-86B2-42365837852F}" type="parOf" srcId="{A82A0941-F412-449B-AFCA-8CC70405BFCE}" destId="{39ADC767-CA72-4D48-B4A0-63D0D48C8755}" srcOrd="3" destOrd="0" parTransId="{42226A45-DC05-43DE-A335-EE30D3A7FDBA}" sibTransId="{B2B98AA4-6BE1-4FFF-82D8-D630C935DDB0}"/>
    <dgm:cxn modelId="{F96CDA27-33F1-43A8-AE5A-1E707B95BE2C}" type="presOf" srcId="{A82A0941-F412-449B-AFCA-8CC70405BFCE}" destId="{4075E3EC-5FCB-4D13-BE80-9FA7D32222AB}" srcOrd="0" destOrd="0" presId="urn:microsoft.com/office/officeart/2018/2/layout/IconVerticalSolidList"/>
    <dgm:cxn modelId="{B057553E-7B1E-4604-B1EE-74ACDC5A8D98}" type="presOf" srcId="{B52389DD-C219-4790-BB47-9197E1400E68}" destId="{0CB23EAF-429C-456E-8642-801A780F6054}" srcOrd="0" destOrd="0" presId="urn:microsoft.com/office/officeart/2018/2/layout/IconVerticalSolidList"/>
    <dgm:cxn modelId="{B4DA1161-1364-42D7-91F4-8211522596FE}" type="presOf" srcId="{A4C55444-DA1E-43D8-B66F-964A5AF7C43F}" destId="{5333471D-7F93-4B45-9FEF-B14C742E1E7E}" srcOrd="0" destOrd="1" presId="urn:microsoft.com/office/officeart/2018/2/layout/IconVerticalSolidList"/>
    <dgm:cxn modelId="{5B97E36B-827D-473C-8716-41FF4D2EFB40}" type="parOf" srcId="{3CA5A2EF-4627-4D31-AFEC-AA033501C5D4}" destId="{CAFADE47-CCD0-4B1E-BC2E-AC20B81B423E}" srcOrd="0" destOrd="0" parTransId="{F04382F3-9D11-4F08-ACBB-444AA5E75F30}" sibTransId="{CB61EC71-9E56-4548-9A63-AFD716064F15}"/>
    <dgm:cxn modelId="{5E527359-686C-4359-9C58-604D654F8799}" type="presOf" srcId="{5CCF05DD-F03F-431A-8E66-6B443191FE34}" destId="{4D01CF91-04D6-4181-87C6-F387D13098CC}" srcOrd="0" destOrd="0" presId="urn:microsoft.com/office/officeart/2018/2/layout/IconVerticalSolidList"/>
    <dgm:cxn modelId="{7F245F9F-8E3C-4123-B576-B2A56053CA47}" type="parOf" srcId="{3CA5A2EF-4627-4D31-AFEC-AA033501C5D4}" destId="{A4C55444-DA1E-43D8-B66F-964A5AF7C43F}" srcOrd="1" destOrd="0" parTransId="{E7559D29-6325-4B23-8887-9E6D404E2BB0}" sibTransId="{4EDB1D5E-0D6C-4386-B785-5FF451DE8C59}"/>
    <dgm:cxn modelId="{B675D4A0-6B3A-4EAD-9552-AE147CF34802}" type="parOf" srcId="{A82A0941-F412-449B-AFCA-8CC70405BFCE}" destId="{5CCF05DD-F03F-431A-8E66-6B443191FE34}" srcOrd="1" destOrd="0" parTransId="{5C474E6C-B2C9-407A-A9B7-C8A4FAFEE4C0}" sibTransId="{207249D5-8BE9-476E-9834-02027EE6FDD1}"/>
    <dgm:cxn modelId="{123F97B1-EA2B-4463-89A8-4116BC21BB44}" type="parOf" srcId="{A82A0941-F412-449B-AFCA-8CC70405BFCE}" destId="{3CA5A2EF-4627-4D31-AFEC-AA033501C5D4}" srcOrd="2" destOrd="0" parTransId="{2061CCBB-C9B6-4ACD-95A3-9A33802A5ADF}" sibTransId="{5EDDDCF5-8213-4E88-B572-A2EFA7E44ED4}"/>
    <dgm:cxn modelId="{4C447DB2-64E7-4325-BF0B-FDA9257C606A}" type="presOf" srcId="{3CA5A2EF-4627-4D31-AFEC-AA033501C5D4}" destId="{A111DF8C-E82B-4F1B-8F95-841691900A1C}" srcOrd="0" destOrd="0" presId="urn:microsoft.com/office/officeart/2018/2/layout/IconVerticalSolidList"/>
    <dgm:cxn modelId="{324035C4-30DD-4F92-AE10-1EE7ECB4DB60}" type="presOf" srcId="{CAFADE47-CCD0-4B1E-BC2E-AC20B81B423E}" destId="{5333471D-7F93-4B45-9FEF-B14C742E1E7E}" srcOrd="0" destOrd="0" presId="urn:microsoft.com/office/officeart/2018/2/layout/IconVerticalSolidList"/>
    <dgm:cxn modelId="{570094C7-DB59-4190-BB3E-20BF78988795}" type="presOf" srcId="{39ADC767-CA72-4D48-B4A0-63D0D48C8755}" destId="{C4D41BC0-FF9B-4804-930A-EA4D29800FC2}" srcOrd="0" destOrd="0" presId="urn:microsoft.com/office/officeart/2018/2/layout/IconVerticalSolidList"/>
    <dgm:cxn modelId="{D60455E6-3F84-43FC-83DA-565EA3E82329}" type="parOf" srcId="{A82A0941-F412-449B-AFCA-8CC70405BFCE}" destId="{B52389DD-C219-4790-BB47-9197E1400E68}" srcOrd="0" destOrd="0" parTransId="{EDB98E07-57D9-40BE-B713-EC943659939E}" sibTransId="{474CE836-75EE-4EA6-A9AC-96F0F9FD3A2F}"/>
    <dgm:cxn modelId="{0DECE55A-7796-4B4C-B961-AA133A9786C2}" type="presParOf" srcId="{4075E3EC-5FCB-4D13-BE80-9FA7D32222AB}" destId="{96AD8B50-070D-434F-9527-FC4E92071663}" srcOrd="0" destOrd="0" presId="urn:microsoft.com/office/officeart/2018/2/layout/IconVerticalSolidList"/>
    <dgm:cxn modelId="{27B9898F-1144-4491-A299-FBC16B8331CB}" type="presParOf" srcId="{96AD8B50-070D-434F-9527-FC4E92071663}" destId="{7BD869FC-B461-4CFA-8B81-9E82518E424C}" srcOrd="0" destOrd="0" presId="urn:microsoft.com/office/officeart/2018/2/layout/IconVerticalSolidList"/>
    <dgm:cxn modelId="{10EC2E30-E451-4901-8110-F8EC150DF10E}" type="presParOf" srcId="{96AD8B50-070D-434F-9527-FC4E92071663}" destId="{9511ED16-F34E-4AD6-B66D-3F70BA517240}" srcOrd="1" destOrd="0" presId="urn:microsoft.com/office/officeart/2018/2/layout/IconVerticalSolidList"/>
    <dgm:cxn modelId="{00BDE07E-570B-428D-BB23-932CB8FEF560}" type="presParOf" srcId="{96AD8B50-070D-434F-9527-FC4E92071663}" destId="{97C3CFA4-237C-4F89-AECC-B7F60745C7FD}" srcOrd="2" destOrd="0" presId="urn:microsoft.com/office/officeart/2018/2/layout/IconVerticalSolidList"/>
    <dgm:cxn modelId="{11AD51F5-EF67-4F18-8FD0-E2089145626F}" type="presParOf" srcId="{96AD8B50-070D-434F-9527-FC4E92071663}" destId="{0CB23EAF-429C-456E-8642-801A780F6054}" srcOrd="3" destOrd="0" presId="urn:microsoft.com/office/officeart/2018/2/layout/IconVerticalSolidList"/>
    <dgm:cxn modelId="{46119394-7A8A-4789-8A1F-11A22F840799}" type="presParOf" srcId="{4075E3EC-5FCB-4D13-BE80-9FA7D32222AB}" destId="{FF1319D6-B791-41CA-A4A9-64773289A201}" srcOrd="1" destOrd="0" presId="urn:microsoft.com/office/officeart/2018/2/layout/IconVerticalSolidList"/>
    <dgm:cxn modelId="{BAA13E75-B566-4799-8CAA-6F8961B74C2A}" type="presParOf" srcId="{4075E3EC-5FCB-4D13-BE80-9FA7D32222AB}" destId="{08925671-D2CC-4257-89CC-A2EDD0AC2ABE}" srcOrd="2" destOrd="0" presId="urn:microsoft.com/office/officeart/2018/2/layout/IconVerticalSolidList"/>
    <dgm:cxn modelId="{92F5B169-1A9E-4477-94F9-1AF75920C118}" type="presParOf" srcId="{08925671-D2CC-4257-89CC-A2EDD0AC2ABE}" destId="{CC426A96-FFDB-4266-A757-CD996B6C4DB4}" srcOrd="0" destOrd="0" presId="urn:microsoft.com/office/officeart/2018/2/layout/IconVerticalSolidList"/>
    <dgm:cxn modelId="{7C11C481-1A7F-46BB-B0A2-8C3B85E05AC3}" type="presParOf" srcId="{08925671-D2CC-4257-89CC-A2EDD0AC2ABE}" destId="{1988A234-0E14-48AC-8EB6-6A70D849B03F}" srcOrd="1" destOrd="0" presId="urn:microsoft.com/office/officeart/2018/2/layout/IconVerticalSolidList"/>
    <dgm:cxn modelId="{D7EDAD3A-475F-40D8-A227-A90067169306}" type="presParOf" srcId="{08925671-D2CC-4257-89CC-A2EDD0AC2ABE}" destId="{B327B8B3-3B64-40B4-8B15-0F750982B6D5}" srcOrd="2" destOrd="0" presId="urn:microsoft.com/office/officeart/2018/2/layout/IconVerticalSolidList"/>
    <dgm:cxn modelId="{8FE3C881-AA97-4F6A-989B-1A2F048CC21E}" type="presParOf" srcId="{08925671-D2CC-4257-89CC-A2EDD0AC2ABE}" destId="{4D01CF91-04D6-4181-87C6-F387D13098CC}" srcOrd="3" destOrd="0" presId="urn:microsoft.com/office/officeart/2018/2/layout/IconVerticalSolidList"/>
    <dgm:cxn modelId="{0ED269B1-509F-4FC3-B5C2-3DB2141F7141}" type="presParOf" srcId="{4075E3EC-5FCB-4D13-BE80-9FA7D32222AB}" destId="{6CCAD248-3F0E-448F-BC9E-96FEB1F82AC6}" srcOrd="3" destOrd="0" presId="urn:microsoft.com/office/officeart/2018/2/layout/IconVerticalSolidList"/>
    <dgm:cxn modelId="{1A2BDA57-1915-4833-8567-6E244208158C}" type="presParOf" srcId="{4075E3EC-5FCB-4D13-BE80-9FA7D32222AB}" destId="{EBD868B3-45A6-4F68-AA44-FCE0E22F4B54}" srcOrd="4" destOrd="0" presId="urn:microsoft.com/office/officeart/2018/2/layout/IconVerticalSolidList"/>
    <dgm:cxn modelId="{6D124A90-2FE5-42D3-AFA4-BD63D6B74AFF}" type="presParOf" srcId="{EBD868B3-45A6-4F68-AA44-FCE0E22F4B54}" destId="{2E6C152C-E176-4EF6-A215-A5A239D3187B}" srcOrd="0" destOrd="0" presId="urn:microsoft.com/office/officeart/2018/2/layout/IconVerticalSolidList"/>
    <dgm:cxn modelId="{5288F23B-0FA8-471A-955E-E9D2FC9F6FDC}" type="presParOf" srcId="{EBD868B3-45A6-4F68-AA44-FCE0E22F4B54}" destId="{4B674C94-901C-4D64-A9CE-27A8F67F7D24}" srcOrd="1" destOrd="0" presId="urn:microsoft.com/office/officeart/2018/2/layout/IconVerticalSolidList"/>
    <dgm:cxn modelId="{C3253F99-168C-4E4B-9202-FD8741CAE44A}" type="presParOf" srcId="{EBD868B3-45A6-4F68-AA44-FCE0E22F4B54}" destId="{D1E41B78-B143-4227-88EF-FB74FA0C6C61}" srcOrd="2" destOrd="0" presId="urn:microsoft.com/office/officeart/2018/2/layout/IconVerticalSolidList"/>
    <dgm:cxn modelId="{2CC3B5F5-9586-4448-A4EA-A1AC2DA8F83B}" type="presParOf" srcId="{EBD868B3-45A6-4F68-AA44-FCE0E22F4B54}" destId="{A111DF8C-E82B-4F1B-8F95-841691900A1C}" srcOrd="3" destOrd="0" presId="urn:microsoft.com/office/officeart/2018/2/layout/IconVerticalSolidList"/>
    <dgm:cxn modelId="{6402AD28-0FCC-46E2-9851-C7A5EB5FEA44}" type="presParOf" srcId="{EBD868B3-45A6-4F68-AA44-FCE0E22F4B54}" destId="{5333471D-7F93-4B45-9FEF-B14C742E1E7E}" srcOrd="4" destOrd="0" presId="urn:microsoft.com/office/officeart/2018/2/layout/IconVerticalSolidList"/>
    <dgm:cxn modelId="{E47C1E94-F1A6-4146-8B70-D864C32595B1}" type="presParOf" srcId="{4075E3EC-5FCB-4D13-BE80-9FA7D32222AB}" destId="{DCA09A58-E17C-45A3-B21A-5E1EB6257993}" srcOrd="5" destOrd="0" presId="urn:microsoft.com/office/officeart/2018/2/layout/IconVerticalSolidList"/>
    <dgm:cxn modelId="{A422F8E6-DEBF-4EED-87E2-7E5A15646E64}" type="presParOf" srcId="{4075E3EC-5FCB-4D13-BE80-9FA7D32222AB}" destId="{E3B324CA-C9CD-4E40-BF11-33A175025A98}" srcOrd="6" destOrd="0" presId="urn:microsoft.com/office/officeart/2018/2/layout/IconVerticalSolidList"/>
    <dgm:cxn modelId="{0A5FBB6D-4582-438B-8DC6-ACD85CE586B9}" type="presParOf" srcId="{E3B324CA-C9CD-4E40-BF11-33A175025A98}" destId="{38E6E0BD-BD6C-43C7-A2D3-69B663BD8BB7}" srcOrd="0" destOrd="0" presId="urn:microsoft.com/office/officeart/2018/2/layout/IconVerticalSolidList"/>
    <dgm:cxn modelId="{76DB7877-1ED3-4E2A-99DC-D88D9D6EC752}" type="presParOf" srcId="{E3B324CA-C9CD-4E40-BF11-33A175025A98}" destId="{7DE821EB-5612-4580-8DF1-296BC174EFA6}" srcOrd="1" destOrd="0" presId="urn:microsoft.com/office/officeart/2018/2/layout/IconVerticalSolidList"/>
    <dgm:cxn modelId="{2E24FF91-8952-4468-8438-2AA1D41D4BB7}" type="presParOf" srcId="{E3B324CA-C9CD-4E40-BF11-33A175025A98}" destId="{11040B06-412F-467E-9693-5C2E2402584F}" srcOrd="2" destOrd="0" presId="urn:microsoft.com/office/officeart/2018/2/layout/IconVerticalSolidList"/>
    <dgm:cxn modelId="{CCF45AF1-A49C-4AD2-833C-9FDF234EE2DA}" type="presParOf" srcId="{E3B324CA-C9CD-4E40-BF11-33A175025A98}" destId="{C4D41BC0-FF9B-4804-930A-EA4D29800F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A82A0941-F412-449B-AFCA-8CC70405BFC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B52389DD-C219-4790-BB47-9197E1400E68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Create and delete tasks</a:t>
          </a:r>
          <a:endParaRPr lang="en-US"/>
        </a:p>
      </dgm:t>
    </dgm:pt>
    <dgm:pt modelId="{EDB98E07-57D9-40BE-B713-EC943659939E}" type="parTrans" cxnId="{D60455E6-3F84-43FC-83DA-565EA3E823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74CE836-75EE-4EA6-A9AC-96F0F9FD3A2F}" type="sibTrans" cxnId="{D60455E6-3F84-43FC-83DA-565EA3E823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CCF05DD-F03F-431A-8E66-6B443191FE34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Asign tasks to team members</a:t>
          </a:r>
          <a:endParaRPr lang="en-US"/>
        </a:p>
      </dgm:t>
    </dgm:pt>
    <dgm:pt modelId="{5C474E6C-B2C9-407A-A9B7-C8A4FAFEE4C0}" type="parTrans" cxnId="{B675D4A0-6B3A-4EAD-9552-AE147CF3480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07249D5-8BE9-476E-9834-02027EE6FDD1}" type="sibTrans" cxnId="{B675D4A0-6B3A-4EAD-9552-AE147CF3480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CA5A2EF-4627-4D31-AFEC-AA033501C5D4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Update :</a:t>
          </a:r>
          <a:endParaRPr lang="en-US"/>
        </a:p>
      </dgm:t>
    </dgm:pt>
    <dgm:pt modelId="{2061CCBB-C9B6-4ACD-95A3-9A33802A5ADF}" type="parTrans" cxnId="{123F97B1-EA2B-4463-89A8-4116BC21BB4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EDDDCF5-8213-4E88-B572-A2EFA7E44ED4}" type="sibTrans" cxnId="{123F97B1-EA2B-4463-89A8-4116BC21BB4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AFADE47-CCD0-4B1E-BC2E-AC20B81B423E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Status (</a:t>
          </a:r>
          <a:r>
            <a:rPr lang="de-DE"/>
            <a:t>To</a:t>
          </a:r>
          <a:r>
            <a:rPr lang="de-DE"/>
            <a:t> Do / In Progress / </a:t>
          </a:r>
          <a:r>
            <a:rPr lang="de-DE"/>
            <a:t>Done</a:t>
          </a:r>
          <a:r>
            <a:rPr lang="de-DE"/>
            <a:t>  … )</a:t>
          </a:r>
          <a:endParaRPr lang="en-US"/>
        </a:p>
      </dgm:t>
    </dgm:pt>
    <dgm:pt modelId="{F04382F3-9D11-4F08-ACBB-444AA5E75F30}" type="parTrans" cxnId="{5B97E36B-827D-473C-8716-41FF4D2EFB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B61EC71-9E56-4548-9A63-AFD716064F15}" type="sibTrans" cxnId="{5B97E36B-827D-473C-8716-41FF4D2EFB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4C55444-DA1E-43D8-B66F-964A5AF7C43F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Priority ( Low / Medium / High )</a:t>
          </a:r>
          <a:endParaRPr lang="en-US"/>
        </a:p>
      </dgm:t>
    </dgm:pt>
    <dgm:pt modelId="{E7559D29-6325-4B23-8887-9E6D404E2BB0}" type="parTrans" cxnId="{7F245F9F-8E3C-4123-B576-B2A56053CA4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EDB1D5E-0D6C-4386-B785-5FF451DE8C59}" type="sibTrans" cxnId="{7F245F9F-8E3C-4123-B576-B2A56053CA4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9ADC767-CA72-4D48-B4A0-63D0D48C8755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Add labels / epics for categorization</a:t>
          </a:r>
          <a:endParaRPr lang="en-US"/>
        </a:p>
      </dgm:t>
    </dgm:pt>
    <dgm:pt modelId="{42226A45-DC05-43DE-A335-EE30D3A7FDBA}" type="parTrans" cxnId="{DF0E0B10-A181-446E-86B2-42365837852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2B98AA4-6BE1-4FFF-82D8-D630C935DDB0}" type="sibTrans" cxnId="{DF0E0B10-A181-446E-86B2-42365837852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075E3EC-5FCB-4D13-BE80-9FA7D32222AB}" type="pres">
      <dgm:prSet presAssocID="{A82A0941-F412-449B-AFCA-8CC70405BFCE}" presName="root" presStyleCnt="0">
        <dgm:presLayoutVars>
          <dgm:dir val="norm"/>
          <dgm:resizeHandles val="exact"/>
        </dgm:presLayoutVars>
      </dgm:prSet>
      <dgm:spPr bwMode="auto"/>
    </dgm:pt>
    <dgm:pt modelId="{96AD8B50-070D-434F-9527-FC4E92071663}" type="pres">
      <dgm:prSet presAssocID="{B52389DD-C219-4790-BB47-9197E1400E68}" presName="compNode" presStyleCnt="0"/>
      <dgm:spPr bwMode="auto"/>
    </dgm:pt>
    <dgm:pt modelId="{7BD869FC-B461-4CFA-8B81-9E82518E424C}" type="pres">
      <dgm:prSet presAssocID="{B52389DD-C219-4790-BB47-9197E1400E68}" presName="bgRect" presStyleLbl="bgShp" presStyleIdx="0" presStyleCnt="4"/>
      <dgm:spPr bwMode="auto"/>
    </dgm:pt>
    <dgm:pt modelId="{9511ED16-F34E-4AD6-B66D-3F70BA517240}" type="pres">
      <dgm:prSet presAssocID="{B52389DD-C219-4790-BB47-9197E1400E68}" presName="iconRect" presStyleLbl="node1" presStyleIdx="0" presStyleCnt="4"/>
      <dgm:spPr bwMode="auto">
        <a:blipFill rotWithShape="1">
          <a:blip r:embed="rId1"/>
          <a:stretch/>
        </a:blipFill>
      </dgm:spPr>
    </dgm:pt>
    <dgm:pt modelId="{97C3CFA4-237C-4F89-AECC-B7F60745C7FD}" type="pres">
      <dgm:prSet presAssocID="{B52389DD-C219-4790-BB47-9197E1400E68}" presName="spaceRect" presStyleCnt="0"/>
      <dgm:spPr bwMode="auto"/>
    </dgm:pt>
    <dgm:pt modelId="{0CB23EAF-429C-456E-8642-801A780F6054}" type="pres">
      <dgm:prSet presAssocID="{B52389DD-C219-4790-BB47-9197E1400E68}" presName="parTx" presStyleLbl="revTx" presStyleIdx="0" presStyleCnt="5">
        <dgm:presLayoutVars>
          <dgm:chMax val="0"/>
          <dgm:chPref val="0"/>
        </dgm:presLayoutVars>
      </dgm:prSet>
      <dgm:spPr bwMode="auto"/>
    </dgm:pt>
    <dgm:pt modelId="{FF1319D6-B791-41CA-A4A9-64773289A201}" type="pres">
      <dgm:prSet presAssocID="{474CE836-75EE-4EA6-A9AC-96F0F9FD3A2F}" presName="sibTrans" presStyleCnt="0"/>
      <dgm:spPr bwMode="auto"/>
    </dgm:pt>
    <dgm:pt modelId="{08925671-D2CC-4257-89CC-A2EDD0AC2ABE}" type="pres">
      <dgm:prSet presAssocID="{5CCF05DD-F03F-431A-8E66-6B443191FE34}" presName="compNode" presStyleCnt="0"/>
      <dgm:spPr bwMode="auto"/>
    </dgm:pt>
    <dgm:pt modelId="{CC426A96-FFDB-4266-A757-CD996B6C4DB4}" type="pres">
      <dgm:prSet presAssocID="{5CCF05DD-F03F-431A-8E66-6B443191FE34}" presName="bgRect" presStyleLbl="bgShp" presStyleIdx="1" presStyleCnt="4"/>
      <dgm:spPr bwMode="auto"/>
    </dgm:pt>
    <dgm:pt modelId="{1988A234-0E14-48AC-8EB6-6A70D849B03F}" type="pres">
      <dgm:prSet presAssocID="{5CCF05DD-F03F-431A-8E66-6B443191FE34}" presName="iconRect" presStyleLbl="node1" presStyleIdx="1" presStyleCnt="4"/>
      <dgm:spPr bwMode="auto">
        <a:blipFill rotWithShape="1">
          <a:blip r:embed="rId2"/>
          <a:stretch/>
        </a:blipFill>
      </dgm:spPr>
    </dgm:pt>
    <dgm:pt modelId="{B327B8B3-3B64-40B4-8B15-0F750982B6D5}" type="pres">
      <dgm:prSet presAssocID="{5CCF05DD-F03F-431A-8E66-6B443191FE34}" presName="spaceRect" presStyleCnt="0"/>
      <dgm:spPr bwMode="auto"/>
    </dgm:pt>
    <dgm:pt modelId="{4D01CF91-04D6-4181-87C6-F387D13098CC}" type="pres">
      <dgm:prSet presAssocID="{5CCF05DD-F03F-431A-8E66-6B443191FE34}" presName="parTx" presStyleLbl="revTx" presStyleIdx="1" presStyleCnt="5">
        <dgm:presLayoutVars>
          <dgm:chMax val="0"/>
          <dgm:chPref val="0"/>
        </dgm:presLayoutVars>
      </dgm:prSet>
      <dgm:spPr bwMode="auto"/>
    </dgm:pt>
    <dgm:pt modelId="{6CCAD248-3F0E-448F-BC9E-96FEB1F82AC6}" type="pres">
      <dgm:prSet presAssocID="{207249D5-8BE9-476E-9834-02027EE6FDD1}" presName="sibTrans" presStyleCnt="0"/>
      <dgm:spPr bwMode="auto"/>
    </dgm:pt>
    <dgm:pt modelId="{EBD868B3-45A6-4F68-AA44-FCE0E22F4B54}" type="pres">
      <dgm:prSet presAssocID="{3CA5A2EF-4627-4D31-AFEC-AA033501C5D4}" presName="compNode" presStyleCnt="0"/>
      <dgm:spPr bwMode="auto"/>
    </dgm:pt>
    <dgm:pt modelId="{2E6C152C-E176-4EF6-A215-A5A239D3187B}" type="pres">
      <dgm:prSet presAssocID="{3CA5A2EF-4627-4D31-AFEC-AA033501C5D4}" presName="bgRect" presStyleLbl="bgShp" presStyleIdx="2" presStyleCnt="4"/>
      <dgm:spPr bwMode="auto"/>
    </dgm:pt>
    <dgm:pt modelId="{4B674C94-901C-4D64-A9CE-27A8F67F7D24}" type="pres">
      <dgm:prSet presAssocID="{3CA5A2EF-4627-4D31-AFEC-AA033501C5D4}" presName="iconRect" presStyleLbl="node1" presStyleIdx="2" presStyleCnt="4"/>
      <dgm:spPr bwMode="auto">
        <a:blipFill rotWithShape="1">
          <a:blip r:embed="rId3"/>
          <a:stretch/>
        </a:blipFill>
      </dgm:spPr>
    </dgm:pt>
    <dgm:pt modelId="{D1E41B78-B143-4227-88EF-FB74FA0C6C61}" type="pres">
      <dgm:prSet presAssocID="{3CA5A2EF-4627-4D31-AFEC-AA033501C5D4}" presName="spaceRect" presStyleCnt="0"/>
      <dgm:spPr bwMode="auto"/>
    </dgm:pt>
    <dgm:pt modelId="{A111DF8C-E82B-4F1B-8F95-841691900A1C}" type="pres">
      <dgm:prSet presAssocID="{3CA5A2EF-4627-4D31-AFEC-AA033501C5D4}" presName="parTx" presStyleLbl="revTx" presStyleIdx="2" presStyleCnt="5">
        <dgm:presLayoutVars>
          <dgm:chMax val="0"/>
          <dgm:chPref val="0"/>
        </dgm:presLayoutVars>
      </dgm:prSet>
      <dgm:spPr bwMode="auto"/>
    </dgm:pt>
    <dgm:pt modelId="{5333471D-7F93-4B45-9FEF-B14C742E1E7E}" type="pres">
      <dgm:prSet custLinFactNeighborX="-61243" presAssocID="{3CA5A2EF-4627-4D31-AFEC-AA033501C5D4}" presName="desTx" presStyleLbl="revTx" presStyleIdx="3" presStyleCnt="5">
        <dgm:presLayoutVars/>
      </dgm:prSet>
      <dgm:spPr bwMode="auto"/>
    </dgm:pt>
    <dgm:pt modelId="{DCA09A58-E17C-45A3-B21A-5E1EB6257993}" type="pres">
      <dgm:prSet presAssocID="{5EDDDCF5-8213-4E88-B572-A2EFA7E44ED4}" presName="sibTrans" presStyleCnt="0"/>
      <dgm:spPr bwMode="auto"/>
    </dgm:pt>
    <dgm:pt modelId="{E3B324CA-C9CD-4E40-BF11-33A175025A98}" type="pres">
      <dgm:prSet presAssocID="{39ADC767-CA72-4D48-B4A0-63D0D48C8755}" presName="compNode" presStyleCnt="0"/>
      <dgm:spPr bwMode="auto"/>
    </dgm:pt>
    <dgm:pt modelId="{38E6E0BD-BD6C-43C7-A2D3-69B663BD8BB7}" type="pres">
      <dgm:prSet presAssocID="{39ADC767-CA72-4D48-B4A0-63D0D48C8755}" presName="bgRect" presStyleLbl="bgShp" presStyleIdx="3" presStyleCnt="4"/>
      <dgm:spPr bwMode="auto"/>
    </dgm:pt>
    <dgm:pt modelId="{7DE821EB-5612-4580-8DF1-296BC174EFA6}" type="pres">
      <dgm:prSet presAssocID="{39ADC767-CA72-4D48-B4A0-63D0D48C8755}" presName="iconRect" presStyleLbl="node1" presStyleIdx="3" presStyleCnt="4"/>
      <dgm:spPr bwMode="auto">
        <a:blipFill rotWithShape="1">
          <a:blip r:embed="rId4"/>
          <a:stretch/>
        </a:blipFill>
      </dgm:spPr>
    </dgm:pt>
    <dgm:pt modelId="{11040B06-412F-467E-9693-5C2E2402584F}" type="pres">
      <dgm:prSet presAssocID="{39ADC767-CA72-4D48-B4A0-63D0D48C8755}" presName="spaceRect" presStyleCnt="0"/>
      <dgm:spPr bwMode="auto"/>
    </dgm:pt>
    <dgm:pt modelId="{C4D41BC0-FF9B-4804-930A-EA4D29800FC2}" type="pres">
      <dgm:prSet presAssocID="{39ADC767-CA72-4D48-B4A0-63D0D48C8755}" presName="parTx" presStyleLbl="revTx" presStyleIdx="4" presStyleCnt="5">
        <dgm:presLayoutVars>
          <dgm:chMax val="0"/>
          <dgm:chPref val="0"/>
        </dgm:presLayoutVars>
      </dgm:prSet>
      <dgm:spPr bwMode="auto"/>
    </dgm:pt>
  </dgm:ptLst>
  <dgm:cxnLst>
    <dgm:cxn modelId="{DF0E0B10-A181-446E-86B2-42365837852F}" type="parOf" srcId="{A82A0941-F412-449B-AFCA-8CC70405BFCE}" destId="{39ADC767-CA72-4D48-B4A0-63D0D48C8755}" srcOrd="3" destOrd="0" parTransId="{42226A45-DC05-43DE-A335-EE30D3A7FDBA}" sibTransId="{B2B98AA4-6BE1-4FFF-82D8-D630C935DDB0}"/>
    <dgm:cxn modelId="{F96CDA27-33F1-43A8-AE5A-1E707B95BE2C}" type="presOf" srcId="{A82A0941-F412-449B-AFCA-8CC70405BFCE}" destId="{4075E3EC-5FCB-4D13-BE80-9FA7D32222AB}" srcOrd="0" destOrd="0" presId="urn:microsoft.com/office/officeart/2018/2/layout/IconVerticalSolidList"/>
    <dgm:cxn modelId="{B057553E-7B1E-4604-B1EE-74ACDC5A8D98}" type="presOf" srcId="{B52389DD-C219-4790-BB47-9197E1400E68}" destId="{0CB23EAF-429C-456E-8642-801A780F6054}" srcOrd="0" destOrd="0" presId="urn:microsoft.com/office/officeart/2018/2/layout/IconVerticalSolidList"/>
    <dgm:cxn modelId="{B4DA1161-1364-42D7-91F4-8211522596FE}" type="presOf" srcId="{A4C55444-DA1E-43D8-B66F-964A5AF7C43F}" destId="{5333471D-7F93-4B45-9FEF-B14C742E1E7E}" srcOrd="0" destOrd="1" presId="urn:microsoft.com/office/officeart/2018/2/layout/IconVerticalSolidList"/>
    <dgm:cxn modelId="{5B97E36B-827D-473C-8716-41FF4D2EFB40}" type="parOf" srcId="{3CA5A2EF-4627-4D31-AFEC-AA033501C5D4}" destId="{CAFADE47-CCD0-4B1E-BC2E-AC20B81B423E}" srcOrd="0" destOrd="0" parTransId="{F04382F3-9D11-4F08-ACBB-444AA5E75F30}" sibTransId="{CB61EC71-9E56-4548-9A63-AFD716064F15}"/>
    <dgm:cxn modelId="{5E527359-686C-4359-9C58-604D654F8799}" type="presOf" srcId="{5CCF05DD-F03F-431A-8E66-6B443191FE34}" destId="{4D01CF91-04D6-4181-87C6-F387D13098CC}" srcOrd="0" destOrd="0" presId="urn:microsoft.com/office/officeart/2018/2/layout/IconVerticalSolidList"/>
    <dgm:cxn modelId="{7F245F9F-8E3C-4123-B576-B2A56053CA47}" type="parOf" srcId="{3CA5A2EF-4627-4D31-AFEC-AA033501C5D4}" destId="{A4C55444-DA1E-43D8-B66F-964A5AF7C43F}" srcOrd="1" destOrd="0" parTransId="{E7559D29-6325-4B23-8887-9E6D404E2BB0}" sibTransId="{4EDB1D5E-0D6C-4386-B785-5FF451DE8C59}"/>
    <dgm:cxn modelId="{B675D4A0-6B3A-4EAD-9552-AE147CF34802}" type="parOf" srcId="{A82A0941-F412-449B-AFCA-8CC70405BFCE}" destId="{5CCF05DD-F03F-431A-8E66-6B443191FE34}" srcOrd="1" destOrd="0" parTransId="{5C474E6C-B2C9-407A-A9B7-C8A4FAFEE4C0}" sibTransId="{207249D5-8BE9-476E-9834-02027EE6FDD1}"/>
    <dgm:cxn modelId="{123F97B1-EA2B-4463-89A8-4116BC21BB44}" type="parOf" srcId="{A82A0941-F412-449B-AFCA-8CC70405BFCE}" destId="{3CA5A2EF-4627-4D31-AFEC-AA033501C5D4}" srcOrd="2" destOrd="0" parTransId="{2061CCBB-C9B6-4ACD-95A3-9A33802A5ADF}" sibTransId="{5EDDDCF5-8213-4E88-B572-A2EFA7E44ED4}"/>
    <dgm:cxn modelId="{4C447DB2-64E7-4325-BF0B-FDA9257C606A}" type="presOf" srcId="{3CA5A2EF-4627-4D31-AFEC-AA033501C5D4}" destId="{A111DF8C-E82B-4F1B-8F95-841691900A1C}" srcOrd="0" destOrd="0" presId="urn:microsoft.com/office/officeart/2018/2/layout/IconVerticalSolidList"/>
    <dgm:cxn modelId="{324035C4-30DD-4F92-AE10-1EE7ECB4DB60}" type="presOf" srcId="{CAFADE47-CCD0-4B1E-BC2E-AC20B81B423E}" destId="{5333471D-7F93-4B45-9FEF-B14C742E1E7E}" srcOrd="0" destOrd="0" presId="urn:microsoft.com/office/officeart/2018/2/layout/IconVerticalSolidList"/>
    <dgm:cxn modelId="{570094C7-DB59-4190-BB3E-20BF78988795}" type="presOf" srcId="{39ADC767-CA72-4D48-B4A0-63D0D48C8755}" destId="{C4D41BC0-FF9B-4804-930A-EA4D29800FC2}" srcOrd="0" destOrd="0" presId="urn:microsoft.com/office/officeart/2018/2/layout/IconVerticalSolidList"/>
    <dgm:cxn modelId="{D60455E6-3F84-43FC-83DA-565EA3E82329}" type="parOf" srcId="{A82A0941-F412-449B-AFCA-8CC70405BFCE}" destId="{B52389DD-C219-4790-BB47-9197E1400E68}" srcOrd="0" destOrd="0" parTransId="{EDB98E07-57D9-40BE-B713-EC943659939E}" sibTransId="{474CE836-75EE-4EA6-A9AC-96F0F9FD3A2F}"/>
    <dgm:cxn modelId="{0DECE55A-7796-4B4C-B961-AA133A9786C2}" type="presParOf" srcId="{4075E3EC-5FCB-4D13-BE80-9FA7D32222AB}" destId="{96AD8B50-070D-434F-9527-FC4E92071663}" srcOrd="0" destOrd="0" presId="urn:microsoft.com/office/officeart/2018/2/layout/IconVerticalSolidList"/>
    <dgm:cxn modelId="{27B9898F-1144-4491-A299-FBC16B8331CB}" type="presParOf" srcId="{96AD8B50-070D-434F-9527-FC4E92071663}" destId="{7BD869FC-B461-4CFA-8B81-9E82518E424C}" srcOrd="0" destOrd="0" presId="urn:microsoft.com/office/officeart/2018/2/layout/IconVerticalSolidList"/>
    <dgm:cxn modelId="{10EC2E30-E451-4901-8110-F8EC150DF10E}" type="presParOf" srcId="{96AD8B50-070D-434F-9527-FC4E92071663}" destId="{9511ED16-F34E-4AD6-B66D-3F70BA517240}" srcOrd="1" destOrd="0" presId="urn:microsoft.com/office/officeart/2018/2/layout/IconVerticalSolidList"/>
    <dgm:cxn modelId="{00BDE07E-570B-428D-BB23-932CB8FEF560}" type="presParOf" srcId="{96AD8B50-070D-434F-9527-FC4E92071663}" destId="{97C3CFA4-237C-4F89-AECC-B7F60745C7FD}" srcOrd="2" destOrd="0" presId="urn:microsoft.com/office/officeart/2018/2/layout/IconVerticalSolidList"/>
    <dgm:cxn modelId="{11AD51F5-EF67-4F18-8FD0-E2089145626F}" type="presParOf" srcId="{96AD8B50-070D-434F-9527-FC4E92071663}" destId="{0CB23EAF-429C-456E-8642-801A780F6054}" srcOrd="3" destOrd="0" presId="urn:microsoft.com/office/officeart/2018/2/layout/IconVerticalSolidList"/>
    <dgm:cxn modelId="{46119394-7A8A-4789-8A1F-11A22F840799}" type="presParOf" srcId="{4075E3EC-5FCB-4D13-BE80-9FA7D32222AB}" destId="{FF1319D6-B791-41CA-A4A9-64773289A201}" srcOrd="1" destOrd="0" presId="urn:microsoft.com/office/officeart/2018/2/layout/IconVerticalSolidList"/>
    <dgm:cxn modelId="{BAA13E75-B566-4799-8CAA-6F8961B74C2A}" type="presParOf" srcId="{4075E3EC-5FCB-4D13-BE80-9FA7D32222AB}" destId="{08925671-D2CC-4257-89CC-A2EDD0AC2ABE}" srcOrd="2" destOrd="0" presId="urn:microsoft.com/office/officeart/2018/2/layout/IconVerticalSolidList"/>
    <dgm:cxn modelId="{92F5B169-1A9E-4477-94F9-1AF75920C118}" type="presParOf" srcId="{08925671-D2CC-4257-89CC-A2EDD0AC2ABE}" destId="{CC426A96-FFDB-4266-A757-CD996B6C4DB4}" srcOrd="0" destOrd="0" presId="urn:microsoft.com/office/officeart/2018/2/layout/IconVerticalSolidList"/>
    <dgm:cxn modelId="{7C11C481-1A7F-46BB-B0A2-8C3B85E05AC3}" type="presParOf" srcId="{08925671-D2CC-4257-89CC-A2EDD0AC2ABE}" destId="{1988A234-0E14-48AC-8EB6-6A70D849B03F}" srcOrd="1" destOrd="0" presId="urn:microsoft.com/office/officeart/2018/2/layout/IconVerticalSolidList"/>
    <dgm:cxn modelId="{D7EDAD3A-475F-40D8-A227-A90067169306}" type="presParOf" srcId="{08925671-D2CC-4257-89CC-A2EDD0AC2ABE}" destId="{B327B8B3-3B64-40B4-8B15-0F750982B6D5}" srcOrd="2" destOrd="0" presId="urn:microsoft.com/office/officeart/2018/2/layout/IconVerticalSolidList"/>
    <dgm:cxn modelId="{8FE3C881-AA97-4F6A-989B-1A2F048CC21E}" type="presParOf" srcId="{08925671-D2CC-4257-89CC-A2EDD0AC2ABE}" destId="{4D01CF91-04D6-4181-87C6-F387D13098CC}" srcOrd="3" destOrd="0" presId="urn:microsoft.com/office/officeart/2018/2/layout/IconVerticalSolidList"/>
    <dgm:cxn modelId="{0ED269B1-509F-4FC3-B5C2-3DB2141F7141}" type="presParOf" srcId="{4075E3EC-5FCB-4D13-BE80-9FA7D32222AB}" destId="{6CCAD248-3F0E-448F-BC9E-96FEB1F82AC6}" srcOrd="3" destOrd="0" presId="urn:microsoft.com/office/officeart/2018/2/layout/IconVerticalSolidList"/>
    <dgm:cxn modelId="{1A2BDA57-1915-4833-8567-6E244208158C}" type="presParOf" srcId="{4075E3EC-5FCB-4D13-BE80-9FA7D32222AB}" destId="{EBD868B3-45A6-4F68-AA44-FCE0E22F4B54}" srcOrd="4" destOrd="0" presId="urn:microsoft.com/office/officeart/2018/2/layout/IconVerticalSolidList"/>
    <dgm:cxn modelId="{6D124A90-2FE5-42D3-AFA4-BD63D6B74AFF}" type="presParOf" srcId="{EBD868B3-45A6-4F68-AA44-FCE0E22F4B54}" destId="{2E6C152C-E176-4EF6-A215-A5A239D3187B}" srcOrd="0" destOrd="0" presId="urn:microsoft.com/office/officeart/2018/2/layout/IconVerticalSolidList"/>
    <dgm:cxn modelId="{5288F23B-0FA8-471A-955E-E9D2FC9F6FDC}" type="presParOf" srcId="{EBD868B3-45A6-4F68-AA44-FCE0E22F4B54}" destId="{4B674C94-901C-4D64-A9CE-27A8F67F7D24}" srcOrd="1" destOrd="0" presId="urn:microsoft.com/office/officeart/2018/2/layout/IconVerticalSolidList"/>
    <dgm:cxn modelId="{C3253F99-168C-4E4B-9202-FD8741CAE44A}" type="presParOf" srcId="{EBD868B3-45A6-4F68-AA44-FCE0E22F4B54}" destId="{D1E41B78-B143-4227-88EF-FB74FA0C6C61}" srcOrd="2" destOrd="0" presId="urn:microsoft.com/office/officeart/2018/2/layout/IconVerticalSolidList"/>
    <dgm:cxn modelId="{2CC3B5F5-9586-4448-A4EA-A1AC2DA8F83B}" type="presParOf" srcId="{EBD868B3-45A6-4F68-AA44-FCE0E22F4B54}" destId="{A111DF8C-E82B-4F1B-8F95-841691900A1C}" srcOrd="3" destOrd="0" presId="urn:microsoft.com/office/officeart/2018/2/layout/IconVerticalSolidList"/>
    <dgm:cxn modelId="{6402AD28-0FCC-46E2-9851-C7A5EB5FEA44}" type="presParOf" srcId="{EBD868B3-45A6-4F68-AA44-FCE0E22F4B54}" destId="{5333471D-7F93-4B45-9FEF-B14C742E1E7E}" srcOrd="4" destOrd="0" presId="urn:microsoft.com/office/officeart/2018/2/layout/IconVerticalSolidList"/>
    <dgm:cxn modelId="{E47C1E94-F1A6-4146-8B70-D864C32595B1}" type="presParOf" srcId="{4075E3EC-5FCB-4D13-BE80-9FA7D32222AB}" destId="{DCA09A58-E17C-45A3-B21A-5E1EB6257993}" srcOrd="5" destOrd="0" presId="urn:microsoft.com/office/officeart/2018/2/layout/IconVerticalSolidList"/>
    <dgm:cxn modelId="{A422F8E6-DEBF-4EED-87E2-7E5A15646E64}" type="presParOf" srcId="{4075E3EC-5FCB-4D13-BE80-9FA7D32222AB}" destId="{E3B324CA-C9CD-4E40-BF11-33A175025A98}" srcOrd="6" destOrd="0" presId="urn:microsoft.com/office/officeart/2018/2/layout/IconVerticalSolidList"/>
    <dgm:cxn modelId="{0A5FBB6D-4582-438B-8DC6-ACD85CE586B9}" type="presParOf" srcId="{E3B324CA-C9CD-4E40-BF11-33A175025A98}" destId="{38E6E0BD-BD6C-43C7-A2D3-69B663BD8BB7}" srcOrd="0" destOrd="0" presId="urn:microsoft.com/office/officeart/2018/2/layout/IconVerticalSolidList"/>
    <dgm:cxn modelId="{76DB7877-1ED3-4E2A-99DC-D88D9D6EC752}" type="presParOf" srcId="{E3B324CA-C9CD-4E40-BF11-33A175025A98}" destId="{7DE821EB-5612-4580-8DF1-296BC174EFA6}" srcOrd="1" destOrd="0" presId="urn:microsoft.com/office/officeart/2018/2/layout/IconVerticalSolidList"/>
    <dgm:cxn modelId="{2E24FF91-8952-4468-8438-2AA1D41D4BB7}" type="presParOf" srcId="{E3B324CA-C9CD-4E40-BF11-33A175025A98}" destId="{11040B06-412F-467E-9693-5C2E2402584F}" srcOrd="2" destOrd="0" presId="urn:microsoft.com/office/officeart/2018/2/layout/IconVerticalSolidList"/>
    <dgm:cxn modelId="{CCF45AF1-A49C-4AD2-833C-9FDF234EE2DA}" type="presParOf" srcId="{E3B324CA-C9CD-4E40-BF11-33A175025A98}" destId="{C4D41BC0-FF9B-4804-930A-EA4D29800F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61F379-C518-4109-932B-1799BE711F3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FE04078A-FD62-4264-BC4F-68B315467E1A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Task Management Web Service</a:t>
          </a:r>
          <a:endParaRPr lang="en-US"/>
        </a:p>
      </dgm:t>
    </dgm:pt>
    <dgm:pt modelId="{6D3D995D-08AF-4935-BC6E-BFE23205AA9C}" type="par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B290CBF-78C5-4CC4-B56B-7406075B948A}" type="sibTrans" cxnId="{BC269CC9-77D4-4B70-9494-9F85277CBF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43128B7-4D58-4F43-A972-4C948500F89D}" type="node">
      <dgm:prSet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/>
            <a:t>Simple, scalable, role-based system</a:t>
          </a:r>
          <a:endParaRPr lang="en-US"/>
        </a:p>
      </dgm:t>
    </dgm:pt>
    <dgm:pt modelId="{F3956D3C-0195-4700-AB74-FF2D1EF38905}" type="par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22E01A7-4861-4365-9964-DCFBFB23706A}" type="sibTrans" cxnId="{7F3BB30C-DD1D-4027-A145-919D6F4873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57DF6CB-28B0-4506-8444-0062C199B2D8}" type="node">
      <dgm:prSet/>
      <dgm:spPr bwMode="auto"/>
      <dgm:t>
        <a:bodyPr vert="horz" anchor="ctr"/>
        <a:lstStyle/>
        <a:p>
          <a:pPr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defRPr/>
          </a:pPr>
          <a:r>
            <a:rPr lang="de-DE"/>
            <a:t>Designed for teams &amp; project collaboration</a:t>
          </a:r>
          <a:endParaRPr lang="en-US"/>
        </a:p>
      </dgm:t>
    </dgm:pt>
    <dgm:pt modelId="{160C5684-43AC-4DA7-842E-71EC2A3ADD99}" type="par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7C3017C-5808-4A94-B876-2501E991BE3A}" type="sibTrans" cxnId="{954D1AA3-2412-47E8-AE88-F5CAA169559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C0FE57E-FEE6-4158-8AD3-25EBF9702992}" type="pres">
      <dgm:prSet presAssocID="{9061F379-C518-4109-932B-1799BE711F3A}" presName="root" presStyleCnt="0">
        <dgm:presLayoutVars>
          <dgm:dir val="norm"/>
          <dgm:resizeHandles val="exact"/>
        </dgm:presLayoutVars>
      </dgm:prSet>
      <dgm:spPr bwMode="auto"/>
    </dgm:pt>
    <dgm:pt modelId="{CA7C0D43-A26E-4D30-9F20-4D4C987FBE84}" type="pres">
      <dgm:prSet presAssocID="{FE04078A-FD62-4264-BC4F-68B315467E1A}" presName="compNode" presStyleCnt="0"/>
      <dgm:spPr bwMode="auto"/>
    </dgm:pt>
    <dgm:pt modelId="{3FD083EA-3EFC-4DCB-A208-DD4F24AE3AED}" type="pres">
      <dgm:prSet presAssocID="{FE04078A-FD62-4264-BC4F-68B315467E1A}" presName="bgRect" presStyleLbl="bgShp" presStyleIdx="0" presStyleCnt="3"/>
      <dgm:spPr bwMode="auto"/>
    </dgm:pt>
    <dgm:pt modelId="{A8BC8CD6-8738-41EA-9E71-3CD4C9AF2582}" type="pres">
      <dgm:prSet presAssocID="{FE04078A-FD62-4264-BC4F-68B315467E1A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1626D5B3-9070-4B56-B291-74923B203150}" type="pres">
      <dgm:prSet presAssocID="{FE04078A-FD62-4264-BC4F-68B315467E1A}" presName="spaceRect" presStyleCnt="0"/>
      <dgm:spPr bwMode="auto"/>
    </dgm:pt>
    <dgm:pt modelId="{ACF9AC71-54D6-40B6-9BBF-6121431AFEF9}" type="pres">
      <dgm:prSet presAssocID="{FE04078A-FD62-4264-BC4F-68B315467E1A}" presName="parTx" presStyleLbl="revTx" presStyleIdx="0" presStyleCnt="3">
        <dgm:presLayoutVars>
          <dgm:chMax val="0"/>
          <dgm:chPref val="0"/>
        </dgm:presLayoutVars>
      </dgm:prSet>
      <dgm:spPr bwMode="auto"/>
    </dgm:pt>
    <dgm:pt modelId="{B906F445-E376-4412-AFE2-9D996B6F5B7A}" type="pres">
      <dgm:prSet presAssocID="{0B290CBF-78C5-4CC4-B56B-7406075B948A}" presName="sibTrans" presStyleCnt="0"/>
      <dgm:spPr bwMode="auto"/>
    </dgm:pt>
    <dgm:pt modelId="{89E46FA1-112E-4327-ABB8-1B5C19923A02}" type="pres">
      <dgm:prSet presAssocID="{143128B7-4D58-4F43-A972-4C948500F89D}" presName="compNode" presStyleCnt="0"/>
      <dgm:spPr bwMode="auto"/>
    </dgm:pt>
    <dgm:pt modelId="{23E5BB99-2328-448B-8669-6667B3706BCD}" type="pres">
      <dgm:prSet presAssocID="{143128B7-4D58-4F43-A972-4C948500F89D}" presName="bgRect" presStyleLbl="bgShp" presStyleIdx="1" presStyleCnt="3"/>
      <dgm:spPr bwMode="auto"/>
    </dgm:pt>
    <dgm:pt modelId="{B63312C8-A8E7-471C-BDC7-E288FC589C93}" type="pres">
      <dgm:prSet presAssocID="{143128B7-4D58-4F43-A972-4C948500F89D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6F011255-8EF9-4755-B366-230DAC82D74D}" type="pres">
      <dgm:prSet presAssocID="{143128B7-4D58-4F43-A972-4C948500F89D}" presName="spaceRect" presStyleCnt="0"/>
      <dgm:spPr bwMode="auto"/>
    </dgm:pt>
    <dgm:pt modelId="{35AA2DC6-EB90-4377-85A4-827E380A0EE9}" type="pres">
      <dgm:prSet presAssocID="{143128B7-4D58-4F43-A972-4C948500F89D}" presName="parTx" presStyleLbl="revTx" presStyleIdx="1" presStyleCnt="3">
        <dgm:presLayoutVars>
          <dgm:chMax val="0"/>
          <dgm:chPref val="0"/>
        </dgm:presLayoutVars>
      </dgm:prSet>
      <dgm:spPr bwMode="auto"/>
    </dgm:pt>
    <dgm:pt modelId="{CF38F5FF-9409-4590-AC69-3D7336DA6612}" type="pres">
      <dgm:prSet presAssocID="{222E01A7-4861-4365-9964-DCFBFB23706A}" presName="sibTrans" presStyleCnt="0"/>
      <dgm:spPr bwMode="auto"/>
    </dgm:pt>
    <dgm:pt modelId="{99AE9D4B-CFC7-45FE-9B34-50E653AC53B8}" type="pres">
      <dgm:prSet presAssocID="{C57DF6CB-28B0-4506-8444-0062C199B2D8}" presName="compNode" presStyleCnt="0"/>
      <dgm:spPr bwMode="auto"/>
    </dgm:pt>
    <dgm:pt modelId="{84A5270B-C85B-44A0-BE08-AE3E6BD0D9F3}" type="pres">
      <dgm:prSet presAssocID="{C57DF6CB-28B0-4506-8444-0062C199B2D8}" presName="bgRect" presStyleLbl="bgShp" presStyleIdx="2" presStyleCnt="3"/>
      <dgm:spPr bwMode="auto"/>
    </dgm:pt>
    <dgm:pt modelId="{CA7E8371-02DB-4E6B-BDD4-4E6725844AB0}" type="pres">
      <dgm:prSet presAssocID="{C57DF6CB-28B0-4506-8444-0062C199B2D8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B1EC4622-56CB-40D4-B4E9-0DC7ADFF0A77}" type="pres">
      <dgm:prSet presAssocID="{C57DF6CB-28B0-4506-8444-0062C199B2D8}" presName="spaceRect" presStyleCnt="0"/>
      <dgm:spPr bwMode="auto"/>
    </dgm:pt>
    <dgm:pt modelId="{D1F0C4A8-9922-4E19-BD57-11A092C0AE8A}" type="pres">
      <dgm:prSet presAssocID="{C57DF6CB-28B0-4506-8444-0062C199B2D8}" presName="parTx" presStyleLbl="revTx" presStyleIdx="2" presStyleCnt="3">
        <dgm:presLayoutVars>
          <dgm:chMax val="0"/>
          <dgm:chPref val="0"/>
        </dgm:presLayoutVars>
      </dgm:prSet>
      <dgm:spPr bwMode="auto"/>
    </dgm:pt>
  </dgm:ptLst>
  <dgm:cxnLst>
    <dgm:cxn modelId="{7F3BB30C-DD1D-4027-A145-919D6F48732E}" type="parOf" srcId="{9061F379-C518-4109-932B-1799BE711F3A}" destId="{143128B7-4D58-4F43-A972-4C948500F89D}" srcOrd="1" destOrd="0" parTransId="{F3956D3C-0195-4700-AB74-FF2D1EF38905}" sibTransId="{222E01A7-4861-4365-9964-DCFBFB23706A}"/>
    <dgm:cxn modelId="{38BAB427-FE14-44F5-A27F-FAB0AAB02036}" type="presOf" srcId="{FE04078A-FD62-4264-BC4F-68B315467E1A}" destId="{ACF9AC71-54D6-40B6-9BBF-6121431AFEF9}" srcOrd="0" destOrd="0" presId="urn:microsoft.com/office/officeart/2018/2/layout/IconVerticalSolidList"/>
    <dgm:cxn modelId="{BC902178-5A54-4F33-A581-5910A3AA8BAB}" type="presOf" srcId="{9061F379-C518-4109-932B-1799BE711F3A}" destId="{BC0FE57E-FEE6-4158-8AD3-25EBF9702992}" srcOrd="0" destOrd="0" presId="urn:microsoft.com/office/officeart/2018/2/layout/IconVerticalSolidList"/>
    <dgm:cxn modelId="{78274B81-A70C-4D04-B93C-C53DE053501D}" type="presOf" srcId="{C57DF6CB-28B0-4506-8444-0062C199B2D8}" destId="{D1F0C4A8-9922-4E19-BD57-11A092C0AE8A}" srcOrd="0" destOrd="0" presId="urn:microsoft.com/office/officeart/2018/2/layout/IconVerticalSolidList"/>
    <dgm:cxn modelId="{954D1AA3-2412-47E8-AE88-F5CAA169559A}" type="parOf" srcId="{9061F379-C518-4109-932B-1799BE711F3A}" destId="{C57DF6CB-28B0-4506-8444-0062C199B2D8}" srcOrd="2" destOrd="0" parTransId="{160C5684-43AC-4DA7-842E-71EC2A3ADD99}" sibTransId="{B7C3017C-5808-4A94-B876-2501E991BE3A}"/>
    <dgm:cxn modelId="{A7F0CBBF-3268-4BE1-A589-F70FA0FC3825}" type="presOf" srcId="{143128B7-4D58-4F43-A972-4C948500F89D}" destId="{35AA2DC6-EB90-4377-85A4-827E380A0EE9}" srcOrd="0" destOrd="0" presId="urn:microsoft.com/office/officeart/2018/2/layout/IconVerticalSolidList"/>
    <dgm:cxn modelId="{BC269CC9-77D4-4B70-9494-9F85277CBFFC}" type="parOf" srcId="{9061F379-C518-4109-932B-1799BE711F3A}" destId="{FE04078A-FD62-4264-BC4F-68B315467E1A}" srcOrd="0" destOrd="0" parTransId="{6D3D995D-08AF-4935-BC6E-BFE23205AA9C}" sibTransId="{0B290CBF-78C5-4CC4-B56B-7406075B948A}"/>
    <dgm:cxn modelId="{82E4ABC9-4254-4E44-8AE8-44CB2AE68426}" type="presParOf" srcId="{BC0FE57E-FEE6-4158-8AD3-25EBF9702992}" destId="{CA7C0D43-A26E-4D30-9F20-4D4C987FBE84}" srcOrd="0" destOrd="0" presId="urn:microsoft.com/office/officeart/2018/2/layout/IconVerticalSolidList"/>
    <dgm:cxn modelId="{78EAEEB5-E36C-4DF0-909B-F2D85F2CCEFF}" type="presParOf" srcId="{CA7C0D43-A26E-4D30-9F20-4D4C987FBE84}" destId="{3FD083EA-3EFC-4DCB-A208-DD4F24AE3AED}" srcOrd="0" destOrd="0" presId="urn:microsoft.com/office/officeart/2018/2/layout/IconVerticalSolidList"/>
    <dgm:cxn modelId="{F4D8FB46-AD6D-40DE-A42B-848EFEFEED7B}" type="presParOf" srcId="{CA7C0D43-A26E-4D30-9F20-4D4C987FBE84}" destId="{A8BC8CD6-8738-41EA-9E71-3CD4C9AF2582}" srcOrd="1" destOrd="0" presId="urn:microsoft.com/office/officeart/2018/2/layout/IconVerticalSolidList"/>
    <dgm:cxn modelId="{E5DB08B3-61A0-435B-87C5-35BABDF90C20}" type="presParOf" srcId="{CA7C0D43-A26E-4D30-9F20-4D4C987FBE84}" destId="{1626D5B3-9070-4B56-B291-74923B203150}" srcOrd="2" destOrd="0" presId="urn:microsoft.com/office/officeart/2018/2/layout/IconVerticalSolidList"/>
    <dgm:cxn modelId="{D78B2DEB-C169-4AA2-ADF5-DDC81C60B93C}" type="presParOf" srcId="{CA7C0D43-A26E-4D30-9F20-4D4C987FBE84}" destId="{ACF9AC71-54D6-40B6-9BBF-6121431AFEF9}" srcOrd="3" destOrd="0" presId="urn:microsoft.com/office/officeart/2018/2/layout/IconVerticalSolidList"/>
    <dgm:cxn modelId="{D1B84448-1FF0-482E-A8D0-58338B99D462}" type="presParOf" srcId="{BC0FE57E-FEE6-4158-8AD3-25EBF9702992}" destId="{B906F445-E376-4412-AFE2-9D996B6F5B7A}" srcOrd="1" destOrd="0" presId="urn:microsoft.com/office/officeart/2018/2/layout/IconVerticalSolidList"/>
    <dgm:cxn modelId="{26D6F702-E2E2-43BD-AF19-1F0C6762CC27}" type="presParOf" srcId="{BC0FE57E-FEE6-4158-8AD3-25EBF9702992}" destId="{89E46FA1-112E-4327-ABB8-1B5C19923A02}" srcOrd="2" destOrd="0" presId="urn:microsoft.com/office/officeart/2018/2/layout/IconVerticalSolidList"/>
    <dgm:cxn modelId="{1794A34B-B083-4702-8149-A46A71F455E6}" type="presParOf" srcId="{89E46FA1-112E-4327-ABB8-1B5C19923A02}" destId="{23E5BB99-2328-448B-8669-6667B3706BCD}" srcOrd="0" destOrd="0" presId="urn:microsoft.com/office/officeart/2018/2/layout/IconVerticalSolidList"/>
    <dgm:cxn modelId="{76E68F59-0C73-4781-893A-E04F28505733}" type="presParOf" srcId="{89E46FA1-112E-4327-ABB8-1B5C19923A02}" destId="{B63312C8-A8E7-471C-BDC7-E288FC589C93}" srcOrd="1" destOrd="0" presId="urn:microsoft.com/office/officeart/2018/2/layout/IconVerticalSolidList"/>
    <dgm:cxn modelId="{3F9DB94A-0DBD-4A56-9F03-F96913902E21}" type="presParOf" srcId="{89E46FA1-112E-4327-ABB8-1B5C19923A02}" destId="{6F011255-8EF9-4755-B366-230DAC82D74D}" srcOrd="2" destOrd="0" presId="urn:microsoft.com/office/officeart/2018/2/layout/IconVerticalSolidList"/>
    <dgm:cxn modelId="{6756F2C2-87EF-4766-BB61-A86D07558E95}" type="presParOf" srcId="{89E46FA1-112E-4327-ABB8-1B5C19923A02}" destId="{35AA2DC6-EB90-4377-85A4-827E380A0EE9}" srcOrd="3" destOrd="0" presId="urn:microsoft.com/office/officeart/2018/2/layout/IconVerticalSolidList"/>
    <dgm:cxn modelId="{9633BB9B-843D-4D0C-887B-45D303986979}" type="presParOf" srcId="{BC0FE57E-FEE6-4158-8AD3-25EBF9702992}" destId="{CF38F5FF-9409-4590-AC69-3D7336DA6612}" srcOrd="3" destOrd="0" presId="urn:microsoft.com/office/officeart/2018/2/layout/IconVerticalSolidList"/>
    <dgm:cxn modelId="{C94E92E3-04CF-4B13-8A6E-4910D0EA22E8}" type="presParOf" srcId="{BC0FE57E-FEE6-4158-8AD3-25EBF9702992}" destId="{99AE9D4B-CFC7-45FE-9B34-50E653AC53B8}" srcOrd="4" destOrd="0" presId="urn:microsoft.com/office/officeart/2018/2/layout/IconVerticalSolidList"/>
    <dgm:cxn modelId="{E77958B1-EF2F-483C-B66D-5144D6C71708}" type="presParOf" srcId="{99AE9D4B-CFC7-45FE-9B34-50E653AC53B8}" destId="{84A5270B-C85B-44A0-BE08-AE3E6BD0D9F3}" srcOrd="0" destOrd="0" presId="urn:microsoft.com/office/officeart/2018/2/layout/IconVerticalSolidList"/>
    <dgm:cxn modelId="{D6D58A7A-3532-4F1A-9B59-F0C0978009EA}" type="presParOf" srcId="{99AE9D4B-CFC7-45FE-9B34-50E653AC53B8}" destId="{CA7E8371-02DB-4E6B-BDD4-4E6725844AB0}" srcOrd="1" destOrd="0" presId="urn:microsoft.com/office/officeart/2018/2/layout/IconVerticalSolidList"/>
    <dgm:cxn modelId="{7E45A424-7B7D-4D76-B496-73F5A55AC659}" type="presParOf" srcId="{99AE9D4B-CFC7-45FE-9B34-50E653AC53B8}" destId="{B1EC4622-56CB-40D4-B4E9-0DC7ADFF0A77}" srcOrd="2" destOrd="0" presId="urn:microsoft.com/office/officeart/2018/2/layout/IconVerticalSolidList"/>
    <dgm:cxn modelId="{DE58813F-529C-4D56-9DAA-E0D0020F9B51}" type="presParOf" srcId="{99AE9D4B-CFC7-45FE-9B34-50E653AC53B8}" destId="{D1F0C4A8-9922-4E19-BD57-11A092C0AE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16CD6E06-8E82-46EE-8941-E9EEF8684AF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A733CADD-53EC-4FC9-A8B4-286FA35A855F}" type="node">
      <dgm:prSet/>
      <dgm:spPr bwMode="auto"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Filter tasks by:</a:t>
          </a:r>
          <a:endParaRPr lang="en-US"/>
        </a:p>
      </dgm:t>
    </dgm:pt>
    <dgm:pt modelId="{C28901D2-F2B3-4B80-AA0C-B82213949828}" type="parTrans" cxnId="{935064A5-319D-49C5-A996-DF1CBB3193A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006F776-426E-4A7C-99BE-587C758CFF85}" type="sibTrans" cxnId="{935064A5-319D-49C5-A996-DF1CBB3193A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D28211F-6E14-4908-A88E-15E2ED7C4BB1}" type="node">
      <dgm:prSet custT="1"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 sz="1600"/>
            <a:t>Assigned</a:t>
          </a:r>
          <a:r>
            <a:rPr lang="de-DE" sz="1600"/>
            <a:t> </a:t>
          </a:r>
          <a:r>
            <a:rPr lang="de-DE" sz="1600"/>
            <a:t>user</a:t>
          </a:r>
          <a:endParaRPr lang="en-US" sz="1600"/>
        </a:p>
      </dgm:t>
    </dgm:pt>
    <dgm:pt modelId="{F550A4A8-1A0C-435D-9C39-F12E16855F07}" type="parTrans" cxnId="{AB65E333-4FF7-40F0-9E10-F261B4EAA82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E7FE3B6-ACC6-4CDA-ADA6-4A51ED518282}" type="sibTrans" cxnId="{AB65E333-4FF7-40F0-9E10-F261B4EAA82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60A99F3-B00E-4014-84E3-7CE264D413A9}" type="node">
      <dgm:prSet custT="1"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 sz="1600"/>
            <a:t>Priority</a:t>
          </a:r>
          <a:endParaRPr lang="en-US" sz="1600"/>
        </a:p>
      </dgm:t>
    </dgm:pt>
    <dgm:pt modelId="{4F2CF8A5-BE87-4F4B-ADDA-4583DA82D139}" type="parTrans" cxnId="{1F9FD807-0E5A-4841-AB99-B8700998659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255F901-B1AB-48E7-A0BE-ADEF255A3921}" type="sibTrans" cxnId="{1F9FD807-0E5A-4841-AB99-B8700998659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CEC0143-F01D-486A-9A34-69CCF73025E0}" type="node">
      <dgm:prSet custT="1"/>
      <dgm:spPr bwMode="auto"/>
      <dgm:t>
        <a:bodyPr/>
        <a:lstStyle/>
        <a:p>
          <a:pPr>
            <a:lnSpc>
              <a:spcPct val="100000"/>
            </a:lnSpc>
            <a:defRPr/>
          </a:pPr>
          <a:r>
            <a:rPr lang="de-DE" sz="1600"/>
            <a:t>Status</a:t>
          </a:r>
          <a:endParaRPr lang="en-US" sz="1600"/>
        </a:p>
      </dgm:t>
    </dgm:pt>
    <dgm:pt modelId="{E21E8650-FBD8-42A8-9B47-B103AD3AB798}" type="parTrans" cxnId="{27AB8508-ABDA-48E7-8633-1FDEB62D94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738BE2F-A072-4EED-A332-2737D044EEA8}" type="sibTrans" cxnId="{27AB8508-ABDA-48E7-8633-1FDEB62D942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38F7FCD-5434-4CCA-BA3E-2899F845FEAA}" type="node">
      <dgm:prSet/>
      <dgm:spPr bwMode="auto"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Keyword-based search</a:t>
          </a:r>
          <a:endParaRPr lang="en-US"/>
        </a:p>
      </dgm:t>
    </dgm:pt>
    <dgm:pt modelId="{C7C6A63A-C1D5-41C6-A6ED-9CB9AAA98C19}" type="parTrans" cxnId="{56C57FDA-57B3-4831-9960-3543E6A3867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26F112A-3A49-4A3E-B0AB-76DADF26C137}" type="sibTrans" cxnId="{56C57FDA-57B3-4831-9960-3543E6A3867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46DF235-457F-46BE-9A01-E37BD37E35C7}" type="node">
      <dgm:prSet/>
      <dgm:spPr bwMode="auto"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Improves productivity &amp; navigation</a:t>
          </a:r>
          <a:endParaRPr lang="en-US"/>
        </a:p>
      </dgm:t>
    </dgm:pt>
    <dgm:pt modelId="{C5DB6811-1FB6-4F99-9107-E7EC949DFB09}" type="parTrans" cxnId="{C4E4943B-9762-4393-BB58-DC783657BF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424D858-BBEB-476D-9D97-1FDA7EA15FA3}" type="sibTrans" cxnId="{C4E4943B-9762-4393-BB58-DC783657BF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17CA20F-D0D3-4028-AFA1-507B54719E23}" type="pres">
      <dgm:prSet presAssocID="{16CD6E06-8E82-46EE-8941-E9EEF8684AFA}" presName="root" presStyleCnt="0">
        <dgm:presLayoutVars>
          <dgm:dir val="norm"/>
          <dgm:resizeHandles val="exact"/>
        </dgm:presLayoutVars>
      </dgm:prSet>
      <dgm:spPr bwMode="auto"/>
    </dgm:pt>
    <dgm:pt modelId="{8FA3F361-29E0-424B-B339-DD358DE2DBF1}" type="pres">
      <dgm:prSet presAssocID="{A733CADD-53EC-4FC9-A8B4-286FA35A855F}" presName="compNode" presStyleCnt="0"/>
      <dgm:spPr bwMode="auto"/>
    </dgm:pt>
    <dgm:pt modelId="{726C3F58-D1DC-4AAF-932C-7429E03E6ADB}" type="pres">
      <dgm:prSet presAssocID="{A733CADD-53EC-4FC9-A8B4-286FA35A855F}" presName="iconRect" presStyleLbl="node1" presStyleIdx="0" presStyleCnt="3"/>
      <dgm:spPr bwMode="auto">
        <a:blipFill rotWithShape="1">
          <a:blip r:embed="rId1"/>
          <a:stretch/>
        </a:blipFill>
      </dgm:spPr>
    </dgm:pt>
    <dgm:pt modelId="{3247D0B2-E6A2-4B32-9EC9-75C2A0B40CF6}" type="pres">
      <dgm:prSet presAssocID="{A733CADD-53EC-4FC9-A8B4-286FA35A855F}" presName="iconSpace" presStyleCnt="0"/>
      <dgm:spPr bwMode="auto"/>
    </dgm:pt>
    <dgm:pt modelId="{2684D61C-76CA-4608-883A-51C06A0EF12C}" type="pres">
      <dgm:prSet presAssocID="{A733CADD-53EC-4FC9-A8B4-286FA35A855F}" presName="parTx" presStyleLbl="revTx" presStyleIdx="0" presStyleCnt="6">
        <dgm:presLayoutVars>
          <dgm:chMax val="0"/>
          <dgm:chPref val="0"/>
        </dgm:presLayoutVars>
      </dgm:prSet>
      <dgm:spPr bwMode="auto"/>
    </dgm:pt>
    <dgm:pt modelId="{1111321B-B75B-4DB2-B12F-8882838D58C0}" type="pres">
      <dgm:prSet presAssocID="{A733CADD-53EC-4FC9-A8B4-286FA35A855F}" presName="txSpace" presStyleCnt="0"/>
      <dgm:spPr bwMode="auto"/>
    </dgm:pt>
    <dgm:pt modelId="{47FB293C-3F54-4246-8A95-8E74AB5B9CA2}" type="pres">
      <dgm:prSet presAssocID="{A733CADD-53EC-4FC9-A8B4-286FA35A855F}" presName="desTx" presStyleLbl="revTx" presStyleIdx="1" presStyleCnt="6">
        <dgm:presLayoutVars/>
      </dgm:prSet>
      <dgm:spPr bwMode="auto"/>
    </dgm:pt>
    <dgm:pt modelId="{530BFC50-CCCC-49C3-B272-41C8C087F62C}" type="pres">
      <dgm:prSet presAssocID="{6006F776-426E-4A7C-99BE-587C758CFF85}" presName="sibTrans" presStyleCnt="0"/>
      <dgm:spPr bwMode="auto"/>
    </dgm:pt>
    <dgm:pt modelId="{320741B6-6AC6-4D3D-A2FB-287B15AE893A}" type="pres">
      <dgm:prSet presAssocID="{038F7FCD-5434-4CCA-BA3E-2899F845FEAA}" presName="compNode" presStyleCnt="0"/>
      <dgm:spPr bwMode="auto"/>
    </dgm:pt>
    <dgm:pt modelId="{6EE03D86-E861-4841-95A0-2D577D4FA2E7}" type="pres">
      <dgm:prSet presAssocID="{038F7FCD-5434-4CCA-BA3E-2899F845FEAA}" presName="iconRect" presStyleLbl="node1" presStyleIdx="1" presStyleCnt="3"/>
      <dgm:spPr bwMode="auto">
        <a:blipFill rotWithShape="1">
          <a:blip r:embed="rId2"/>
          <a:stretch/>
        </a:blipFill>
      </dgm:spPr>
    </dgm:pt>
    <dgm:pt modelId="{B9AF42AC-ABBE-4B75-A3F1-2796FD8B1BA9}" type="pres">
      <dgm:prSet presAssocID="{038F7FCD-5434-4CCA-BA3E-2899F845FEAA}" presName="iconSpace" presStyleCnt="0"/>
      <dgm:spPr bwMode="auto"/>
    </dgm:pt>
    <dgm:pt modelId="{77F1C449-4274-46BA-B22F-8584C994515C}" type="pres">
      <dgm:prSet presAssocID="{038F7FCD-5434-4CCA-BA3E-2899F845FEAA}" presName="parTx" presStyleLbl="revTx" presStyleIdx="2" presStyleCnt="6">
        <dgm:presLayoutVars>
          <dgm:chMax val="0"/>
          <dgm:chPref val="0"/>
        </dgm:presLayoutVars>
      </dgm:prSet>
      <dgm:spPr bwMode="auto"/>
    </dgm:pt>
    <dgm:pt modelId="{B30EB037-5047-4A43-857D-C5C772F3203A}" type="pres">
      <dgm:prSet presAssocID="{038F7FCD-5434-4CCA-BA3E-2899F845FEAA}" presName="txSpace" presStyleCnt="0"/>
      <dgm:spPr bwMode="auto"/>
    </dgm:pt>
    <dgm:pt modelId="{A86F4341-0780-4C7C-B26A-B3E8835E803A}" type="pres">
      <dgm:prSet presAssocID="{038F7FCD-5434-4CCA-BA3E-2899F845FEAA}" presName="desTx" presStyleLbl="revTx" presStyleIdx="3" presStyleCnt="6">
        <dgm:presLayoutVars/>
      </dgm:prSet>
      <dgm:spPr bwMode="auto"/>
    </dgm:pt>
    <dgm:pt modelId="{DCF91E70-AC00-49A3-9391-12DB8FDF603A}" type="pres">
      <dgm:prSet presAssocID="{B26F112A-3A49-4A3E-B0AB-76DADF26C137}" presName="sibTrans" presStyleCnt="0"/>
      <dgm:spPr bwMode="auto"/>
    </dgm:pt>
    <dgm:pt modelId="{7D160F09-FC54-4D89-B645-5C6756770494}" type="pres">
      <dgm:prSet presAssocID="{146DF235-457F-46BE-9A01-E37BD37E35C7}" presName="compNode" presStyleCnt="0"/>
      <dgm:spPr bwMode="auto"/>
    </dgm:pt>
    <dgm:pt modelId="{2E3FF2DD-93A5-4B9D-AF8A-7DB593C73B72}" type="pres">
      <dgm:prSet presAssocID="{146DF235-457F-46BE-9A01-E37BD37E35C7}" presName="iconRect" presStyleLbl="node1" presStyleIdx="2" presStyleCnt="3"/>
      <dgm:spPr bwMode="auto">
        <a:blipFill rotWithShape="1">
          <a:blip r:embed="rId3"/>
          <a:stretch/>
        </a:blipFill>
      </dgm:spPr>
    </dgm:pt>
    <dgm:pt modelId="{4581B089-FB92-442C-8E74-77620899B151}" type="pres">
      <dgm:prSet presAssocID="{146DF235-457F-46BE-9A01-E37BD37E35C7}" presName="iconSpace" presStyleCnt="0"/>
      <dgm:spPr bwMode="auto"/>
    </dgm:pt>
    <dgm:pt modelId="{D38F6383-1394-4517-A005-983588E2E49E}" type="pres">
      <dgm:prSet presAssocID="{146DF235-457F-46BE-9A01-E37BD37E35C7}" presName="parTx" presStyleLbl="revTx" presStyleIdx="4" presStyleCnt="6">
        <dgm:presLayoutVars>
          <dgm:chMax val="0"/>
          <dgm:chPref val="0"/>
        </dgm:presLayoutVars>
      </dgm:prSet>
      <dgm:spPr bwMode="auto"/>
    </dgm:pt>
    <dgm:pt modelId="{ECF9EE71-D653-4307-BF4C-79E68FE728F5}" type="pres">
      <dgm:prSet presAssocID="{146DF235-457F-46BE-9A01-E37BD37E35C7}" presName="txSpace" presStyleCnt="0"/>
      <dgm:spPr bwMode="auto"/>
    </dgm:pt>
    <dgm:pt modelId="{78078300-3CF3-417B-8519-A87125439218}" type="pres">
      <dgm:prSet presAssocID="{146DF235-457F-46BE-9A01-E37BD37E35C7}" presName="desTx" presStyleLbl="revTx" presStyleIdx="5" presStyleCnt="6">
        <dgm:presLayoutVars/>
      </dgm:prSet>
      <dgm:spPr bwMode="auto"/>
    </dgm:pt>
  </dgm:ptLst>
  <dgm:cxnLst>
    <dgm:cxn modelId="{35C41305-6BAE-445D-A033-A68B1061EAC7}" type="presOf" srcId="{038F7FCD-5434-4CCA-BA3E-2899F845FEAA}" destId="{77F1C449-4274-46BA-B22F-8584C994515C}" srcOrd="0" destOrd="0" presId="urn:microsoft.com/office/officeart/2018/2/layout/IconLabelDescriptionList"/>
    <dgm:cxn modelId="{AE0BC706-B998-447A-8D16-8B8CA7A7E894}" type="presOf" srcId="{AD28211F-6E14-4908-A88E-15E2ED7C4BB1}" destId="{47FB293C-3F54-4246-8A95-8E74AB5B9CA2}" srcOrd="0" destOrd="0" presId="urn:microsoft.com/office/officeart/2018/2/layout/IconLabelDescriptionList"/>
    <dgm:cxn modelId="{1F9FD807-0E5A-4841-AB99-B87009986591}" type="parOf" srcId="{A733CADD-53EC-4FC9-A8B4-286FA35A855F}" destId="{F60A99F3-B00E-4014-84E3-7CE264D413A9}" srcOrd="1" destOrd="0" parTransId="{4F2CF8A5-BE87-4F4B-ADDA-4583DA82D139}" sibTransId="{5255F901-B1AB-48E7-A0BE-ADEF255A3921}"/>
    <dgm:cxn modelId="{27AB8508-ABDA-48E7-8633-1FDEB62D942E}" type="parOf" srcId="{A733CADD-53EC-4FC9-A8B4-286FA35A855F}" destId="{CCEC0143-F01D-486A-9A34-69CCF73025E0}" srcOrd="2" destOrd="0" parTransId="{E21E8650-FBD8-42A8-9B47-B103AD3AB798}" sibTransId="{8738BE2F-A072-4EED-A332-2737D044EEA8}"/>
    <dgm:cxn modelId="{AB65E333-4FF7-40F0-9E10-F261B4EAA823}" type="parOf" srcId="{A733CADD-53EC-4FC9-A8B4-286FA35A855F}" destId="{AD28211F-6E14-4908-A88E-15E2ED7C4BB1}" srcOrd="0" destOrd="0" parTransId="{F550A4A8-1A0C-435D-9C39-F12E16855F07}" sibTransId="{6E7FE3B6-ACC6-4CDA-ADA6-4A51ED518282}"/>
    <dgm:cxn modelId="{3AE8A234-35BE-46FE-BDFE-9FECD6A857DC}" type="presOf" srcId="{16CD6E06-8E82-46EE-8941-E9EEF8684AFA}" destId="{717CA20F-D0D3-4028-AFA1-507B54719E23}" srcOrd="0" destOrd="0" presId="urn:microsoft.com/office/officeart/2018/2/layout/IconLabelDescriptionList"/>
    <dgm:cxn modelId="{C4E4943B-9762-4393-BB58-DC783657BF6E}" type="parOf" srcId="{16CD6E06-8E82-46EE-8941-E9EEF8684AFA}" destId="{146DF235-457F-46BE-9A01-E37BD37E35C7}" srcOrd="2" destOrd="0" parTransId="{C5DB6811-1FB6-4F99-9107-E7EC949DFB09}" sibTransId="{A424D858-BBEB-476D-9D97-1FDA7EA15FA3}"/>
    <dgm:cxn modelId="{3BC60559-E99A-4021-AEFC-D29DA2822569}" type="presOf" srcId="{F60A99F3-B00E-4014-84E3-7CE264D413A9}" destId="{47FB293C-3F54-4246-8A95-8E74AB5B9CA2}" srcOrd="0" destOrd="1" presId="urn:microsoft.com/office/officeart/2018/2/layout/IconLabelDescriptionList"/>
    <dgm:cxn modelId="{2318B196-375F-47A3-B500-4FB16C4B3291}" type="presOf" srcId="{146DF235-457F-46BE-9A01-E37BD37E35C7}" destId="{D38F6383-1394-4517-A005-983588E2E49E}" srcOrd="0" destOrd="0" presId="urn:microsoft.com/office/officeart/2018/2/layout/IconLabelDescriptionList"/>
    <dgm:cxn modelId="{935064A5-319D-49C5-A996-DF1CBB3193A2}" type="parOf" srcId="{16CD6E06-8E82-46EE-8941-E9EEF8684AFA}" destId="{A733CADD-53EC-4FC9-A8B4-286FA35A855F}" srcOrd="0" destOrd="0" parTransId="{C28901D2-F2B3-4B80-AA0C-B82213949828}" sibTransId="{6006F776-426E-4A7C-99BE-587C758CFF85}"/>
    <dgm:cxn modelId="{56C57FDA-57B3-4831-9960-3543E6A38671}" type="parOf" srcId="{16CD6E06-8E82-46EE-8941-E9EEF8684AFA}" destId="{038F7FCD-5434-4CCA-BA3E-2899F845FEAA}" srcOrd="1" destOrd="0" parTransId="{C7C6A63A-C1D5-41C6-A6ED-9CB9AAA98C19}" sibTransId="{B26F112A-3A49-4A3E-B0AB-76DADF26C137}"/>
    <dgm:cxn modelId="{5E9F65F0-73C8-4D35-9C0D-1165A8FFAFE9}" type="presOf" srcId="{A733CADD-53EC-4FC9-A8B4-286FA35A855F}" destId="{2684D61C-76CA-4608-883A-51C06A0EF12C}" srcOrd="0" destOrd="0" presId="urn:microsoft.com/office/officeart/2018/2/layout/IconLabelDescriptionList"/>
    <dgm:cxn modelId="{F213FBFF-3AC0-4571-9C8B-E13FADA9FADD}" type="presOf" srcId="{CCEC0143-F01D-486A-9A34-69CCF73025E0}" destId="{47FB293C-3F54-4246-8A95-8E74AB5B9CA2}" srcOrd="0" destOrd="2" presId="urn:microsoft.com/office/officeart/2018/2/layout/IconLabelDescriptionList"/>
    <dgm:cxn modelId="{6275EDA2-38DC-49C3-B207-47F111E74311}" type="presParOf" srcId="{717CA20F-D0D3-4028-AFA1-507B54719E23}" destId="{8FA3F361-29E0-424B-B339-DD358DE2DBF1}" srcOrd="0" destOrd="0" presId="urn:microsoft.com/office/officeart/2018/2/layout/IconLabelDescriptionList"/>
    <dgm:cxn modelId="{8B151359-ECA6-423B-BF5F-0620A03C263A}" type="presParOf" srcId="{8FA3F361-29E0-424B-B339-DD358DE2DBF1}" destId="{726C3F58-D1DC-4AAF-932C-7429E03E6ADB}" srcOrd="0" destOrd="0" presId="urn:microsoft.com/office/officeart/2018/2/layout/IconLabelDescriptionList"/>
    <dgm:cxn modelId="{1B7D7F83-EF70-4DE7-84FC-9F34F3854DE4}" type="presParOf" srcId="{8FA3F361-29E0-424B-B339-DD358DE2DBF1}" destId="{3247D0B2-E6A2-4B32-9EC9-75C2A0B40CF6}" srcOrd="1" destOrd="0" presId="urn:microsoft.com/office/officeart/2018/2/layout/IconLabelDescriptionList"/>
    <dgm:cxn modelId="{144F5C55-1DB1-4A25-BF85-88BBF7831022}" type="presParOf" srcId="{8FA3F361-29E0-424B-B339-DD358DE2DBF1}" destId="{2684D61C-76CA-4608-883A-51C06A0EF12C}" srcOrd="2" destOrd="0" presId="urn:microsoft.com/office/officeart/2018/2/layout/IconLabelDescriptionList"/>
    <dgm:cxn modelId="{CB670ED0-2762-496E-9C7D-E79AA3DC3E77}" type="presParOf" srcId="{8FA3F361-29E0-424B-B339-DD358DE2DBF1}" destId="{1111321B-B75B-4DB2-B12F-8882838D58C0}" srcOrd="3" destOrd="0" presId="urn:microsoft.com/office/officeart/2018/2/layout/IconLabelDescriptionList"/>
    <dgm:cxn modelId="{7AB11CA0-8529-4F91-89B5-8D2EE8CE96F5}" type="presParOf" srcId="{8FA3F361-29E0-424B-B339-DD358DE2DBF1}" destId="{47FB293C-3F54-4246-8A95-8E74AB5B9CA2}" srcOrd="4" destOrd="0" presId="urn:microsoft.com/office/officeart/2018/2/layout/IconLabelDescriptionList"/>
    <dgm:cxn modelId="{0B8DC156-4CDE-456A-A5E8-9477F22A1153}" type="presParOf" srcId="{717CA20F-D0D3-4028-AFA1-507B54719E23}" destId="{530BFC50-CCCC-49C3-B272-41C8C087F62C}" srcOrd="1" destOrd="0" presId="urn:microsoft.com/office/officeart/2018/2/layout/IconLabelDescriptionList"/>
    <dgm:cxn modelId="{55CF362E-30E6-4342-A20A-0FE667DF0BCC}" type="presParOf" srcId="{717CA20F-D0D3-4028-AFA1-507B54719E23}" destId="{320741B6-6AC6-4D3D-A2FB-287B15AE893A}" srcOrd="2" destOrd="0" presId="urn:microsoft.com/office/officeart/2018/2/layout/IconLabelDescriptionList"/>
    <dgm:cxn modelId="{EEC44EA4-2970-49F9-A66C-39410D172F68}" type="presParOf" srcId="{320741B6-6AC6-4D3D-A2FB-287B15AE893A}" destId="{6EE03D86-E861-4841-95A0-2D577D4FA2E7}" srcOrd="0" destOrd="0" presId="urn:microsoft.com/office/officeart/2018/2/layout/IconLabelDescriptionList"/>
    <dgm:cxn modelId="{E3AD0A87-1C99-4C15-9AB6-FA7E793B8E2D}" type="presParOf" srcId="{320741B6-6AC6-4D3D-A2FB-287B15AE893A}" destId="{B9AF42AC-ABBE-4B75-A3F1-2796FD8B1BA9}" srcOrd="1" destOrd="0" presId="urn:microsoft.com/office/officeart/2018/2/layout/IconLabelDescriptionList"/>
    <dgm:cxn modelId="{AF78B745-885C-4143-8BE7-0B7E571E3A12}" type="presParOf" srcId="{320741B6-6AC6-4D3D-A2FB-287B15AE893A}" destId="{77F1C449-4274-46BA-B22F-8584C994515C}" srcOrd="2" destOrd="0" presId="urn:microsoft.com/office/officeart/2018/2/layout/IconLabelDescriptionList"/>
    <dgm:cxn modelId="{DB8FF12D-7C28-44D6-B276-31ED71FD54BC}" type="presParOf" srcId="{320741B6-6AC6-4D3D-A2FB-287B15AE893A}" destId="{B30EB037-5047-4A43-857D-C5C772F3203A}" srcOrd="3" destOrd="0" presId="urn:microsoft.com/office/officeart/2018/2/layout/IconLabelDescriptionList"/>
    <dgm:cxn modelId="{BB50FBFC-B9B9-45DD-85DB-B721D03A98FA}" type="presParOf" srcId="{320741B6-6AC6-4D3D-A2FB-287B15AE893A}" destId="{A86F4341-0780-4C7C-B26A-B3E8835E803A}" srcOrd="4" destOrd="0" presId="urn:microsoft.com/office/officeart/2018/2/layout/IconLabelDescriptionList"/>
    <dgm:cxn modelId="{1B2CA6ED-39D4-434D-8620-5A12A69C676E}" type="presParOf" srcId="{717CA20F-D0D3-4028-AFA1-507B54719E23}" destId="{DCF91E70-AC00-49A3-9391-12DB8FDF603A}" srcOrd="3" destOrd="0" presId="urn:microsoft.com/office/officeart/2018/2/layout/IconLabelDescriptionList"/>
    <dgm:cxn modelId="{869DE6C6-F458-468B-8141-F64C9DBF1E01}" type="presParOf" srcId="{717CA20F-D0D3-4028-AFA1-507B54719E23}" destId="{7D160F09-FC54-4D89-B645-5C6756770494}" srcOrd="4" destOrd="0" presId="urn:microsoft.com/office/officeart/2018/2/layout/IconLabelDescriptionList"/>
    <dgm:cxn modelId="{2F44D6A8-6BEC-40F6-B812-A37F5CF12337}" type="presParOf" srcId="{7D160F09-FC54-4D89-B645-5C6756770494}" destId="{2E3FF2DD-93A5-4B9D-AF8A-7DB593C73B72}" srcOrd="0" destOrd="0" presId="urn:microsoft.com/office/officeart/2018/2/layout/IconLabelDescriptionList"/>
    <dgm:cxn modelId="{0A16037B-633D-4545-A80E-B671A75F4EC9}" type="presParOf" srcId="{7D160F09-FC54-4D89-B645-5C6756770494}" destId="{4581B089-FB92-442C-8E74-77620899B151}" srcOrd="1" destOrd="0" presId="urn:microsoft.com/office/officeart/2018/2/layout/IconLabelDescriptionList"/>
    <dgm:cxn modelId="{CEB42A31-6FEE-4725-A79D-2BAF3676B0C3}" type="presParOf" srcId="{7D160F09-FC54-4D89-B645-5C6756770494}" destId="{D38F6383-1394-4517-A005-983588E2E49E}" srcOrd="2" destOrd="0" presId="urn:microsoft.com/office/officeart/2018/2/layout/IconLabelDescriptionList"/>
    <dgm:cxn modelId="{A1D041EB-0FBF-4371-9529-6FBC5E7D64FC}" type="presParOf" srcId="{7D160F09-FC54-4D89-B645-5C6756770494}" destId="{ECF9EE71-D653-4307-BF4C-79E68FE728F5}" srcOrd="3" destOrd="0" presId="urn:microsoft.com/office/officeart/2018/2/layout/IconLabelDescriptionList"/>
    <dgm:cxn modelId="{1D43E514-FD96-4D87-8D3C-296AA843981D}" type="presParOf" srcId="{7D160F09-FC54-4D89-B645-5C6756770494}" destId="{78078300-3CF3-417B-8519-A8712543921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F572B7A-4AB3-435E-B22D-6C85E3B3DF7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18B4A3AD-7C71-468A-BF78-72411273FBE4}" type="node">
      <dgm:prSet/>
      <dgm:spPr bwMode="auto"/>
      <dgm:t>
        <a:bodyPr/>
        <a:lstStyle/>
        <a:p>
          <a:pPr>
            <a:defRPr/>
          </a:pPr>
          <a:r>
            <a:rPr lang="de-DE"/>
            <a:t>Backlog-style overview</a:t>
          </a:r>
          <a:endParaRPr lang="en-US"/>
        </a:p>
      </dgm:t>
    </dgm:pt>
    <dgm:pt modelId="{BACDFEE2-5B5C-4B3A-9430-AD4241F038F5}" type="parTrans" cxnId="{09C42B52-DD20-47EA-B53C-3F00B37F869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A8FDF8D-D778-4CB3-9484-023A2118E72C}" type="sibTrans" cxnId="{09C42B52-DD20-47EA-B53C-3F00B37F869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60B3646-18D0-4D87-9C44-2D220B5C9301}" type="node">
      <dgm:prSet/>
      <dgm:spPr bwMode="auto"/>
      <dgm:t>
        <a:bodyPr/>
        <a:lstStyle/>
        <a:p>
          <a:pPr>
            <a:defRPr/>
          </a:pPr>
          <a:r>
            <a:rPr lang="de-DE"/>
            <a:t>Visual task grouping </a:t>
          </a:r>
          <a:endParaRPr lang="en-US"/>
        </a:p>
      </dgm:t>
    </dgm:pt>
    <dgm:pt modelId="{1CF29984-BCA2-411B-84D6-8C5FE161EFAF}" type="parTrans" cxnId="{37260BE1-AC63-4737-A2AB-E6EACCC01AF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06D5762-ECB4-444B-9418-3ED8A552A1E6}" type="sibTrans" cxnId="{37260BE1-AC63-4737-A2AB-E6EACCC01AF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3427B00-7B57-42A4-B078-C693BF13CE40}" type="node">
      <dgm:prSet/>
      <dgm:spPr bwMode="auto"/>
      <dgm:t>
        <a:bodyPr/>
        <a:lstStyle/>
        <a:p>
          <a:pPr>
            <a:defRPr/>
          </a:pPr>
          <a:r>
            <a:rPr lang="de-DE"/>
            <a:t>Track progress in real-time</a:t>
          </a:r>
          <a:endParaRPr lang="en-US"/>
        </a:p>
      </dgm:t>
    </dgm:pt>
    <dgm:pt modelId="{A35CDEEE-344F-4742-A249-329C39B396C0}" type="parTrans" cxnId="{1D38F8C0-72A7-466E-B340-A979092A1DA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5B95A65-AF2F-46E1-803E-99049B6C007B}" type="sibTrans" cxnId="{1D38F8C0-72A7-466E-B340-A979092A1DA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4D5FA84-29FD-42AD-B592-59F273F03DF8}" type="node">
      <dgm:prSet/>
      <dgm:spPr bwMode="auto"/>
      <dgm:t>
        <a:bodyPr/>
        <a:lstStyle/>
        <a:p>
          <a:pPr>
            <a:defRPr/>
          </a:pPr>
          <a:r>
            <a:rPr lang="de-DE"/>
            <a:t>Helps managers monitor workload</a:t>
          </a:r>
          <a:endParaRPr lang="en-US"/>
        </a:p>
      </dgm:t>
    </dgm:pt>
    <dgm:pt modelId="{DAD3CF4F-31B0-4FF8-B995-B1D1B78CBCC9}" type="parTrans" cxnId="{7537935C-F627-4E26-B7F0-0D84CCFFC31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3411615-D822-4CD2-89D4-EBFB159CEC44}" type="sibTrans" cxnId="{7537935C-F627-4E26-B7F0-0D84CCFFC31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86A39A9-F1FE-4A60-B64D-299ECED23919}" type="pres">
      <dgm:prSet presAssocID="{0F572B7A-4AB3-435E-B22D-6C85E3B3DF70}" presName="root" presStyleCnt="0">
        <dgm:presLayoutVars>
          <dgm:dir val="norm"/>
          <dgm:resizeHandles val="exact"/>
        </dgm:presLayoutVars>
      </dgm:prSet>
      <dgm:spPr bwMode="auto"/>
    </dgm:pt>
    <dgm:pt modelId="{7AFF17F7-F852-4E94-AFB7-9825401B4C91}" type="pres">
      <dgm:prSet presAssocID="{0F572B7A-4AB3-435E-B22D-6C85E3B3DF70}" presName="container" presStyleCnt="0">
        <dgm:presLayoutVars>
          <dgm:dir val="norm"/>
          <dgm:resizeHandles val="exact"/>
        </dgm:presLayoutVars>
      </dgm:prSet>
      <dgm:spPr bwMode="auto"/>
    </dgm:pt>
    <dgm:pt modelId="{D1AE4D44-3114-41E3-B832-83EE04A4BA20}" type="pres">
      <dgm:prSet presAssocID="{18B4A3AD-7C71-468A-BF78-72411273FBE4}" presName="compNode" presStyleCnt="0"/>
      <dgm:spPr bwMode="auto"/>
    </dgm:pt>
    <dgm:pt modelId="{53E41955-4E3B-4CE5-B8ED-D556AA7DB967}" type="pres">
      <dgm:prSet presAssocID="{18B4A3AD-7C71-468A-BF78-72411273FBE4}" presName="iconBgRect" presStyleLbl="bgShp" presStyleIdx="0" presStyleCnt="4"/>
      <dgm:spPr bwMode="auto"/>
    </dgm:pt>
    <dgm:pt modelId="{A6E2EB79-57A2-456F-B49B-AE2413B3E957}" type="pres">
      <dgm:prSet presAssocID="{18B4A3AD-7C71-468A-BF78-72411273FBE4}" presName="iconRect" presStyleLbl="node1" presStyleIdx="0" presStyleCnt="4"/>
      <dgm:spPr bwMode="auto">
        <a:blipFill rotWithShape="1">
          <a:blip r:embed="rId1"/>
          <a:stretch/>
        </a:blipFill>
        <a:ln>
          <a:noFill/>
        </a:ln>
      </dgm:spPr>
    </dgm:pt>
    <dgm:pt modelId="{63489177-F219-4832-890D-1EB2D2975B41}" type="pres">
      <dgm:prSet presAssocID="{18B4A3AD-7C71-468A-BF78-72411273FBE4}" presName="spaceRect" presStyleCnt="0"/>
      <dgm:spPr bwMode="auto"/>
    </dgm:pt>
    <dgm:pt modelId="{38A0889A-A930-436C-9809-19741DD0BAEB}" type="pres">
      <dgm:prSet presAssocID="{18B4A3AD-7C71-468A-BF78-72411273FBE4}" presName="textRect" presStyleLbl="revTx" presStyleIdx="0" presStyleCnt="4">
        <dgm:presLayoutVars>
          <dgm:chMax val="1"/>
          <dgm:chPref val="1"/>
        </dgm:presLayoutVars>
      </dgm:prSet>
      <dgm:spPr bwMode="auto"/>
    </dgm:pt>
    <dgm:pt modelId="{E4D8A10F-4870-48D4-8FDE-E8649DACDC92}" type="pres">
      <dgm:prSet presAssocID="{9A8FDF8D-D778-4CB3-9484-023A2118E72C}" presName="sibTrans" presStyleLbl="sibTrans2D1" presStyleIdx="0" presStyleCnt="0"/>
      <dgm:spPr bwMode="auto"/>
    </dgm:pt>
    <dgm:pt modelId="{F195B7D8-D8DC-44B7-A66A-303B346ECBF5}" type="pres">
      <dgm:prSet presAssocID="{F60B3646-18D0-4D87-9C44-2D220B5C9301}" presName="compNode" presStyleCnt="0"/>
      <dgm:spPr bwMode="auto"/>
    </dgm:pt>
    <dgm:pt modelId="{FCFA2B0C-35C2-4B3F-A85B-C4F01A4F6198}" type="pres">
      <dgm:prSet presAssocID="{F60B3646-18D0-4D87-9C44-2D220B5C9301}" presName="iconBgRect" presStyleLbl="bgShp" presStyleIdx="1" presStyleCnt="4"/>
      <dgm:spPr bwMode="auto"/>
    </dgm:pt>
    <dgm:pt modelId="{58C9C443-1C92-46C1-89B7-BA7DCA07918D}" type="pres">
      <dgm:prSet presAssocID="{F60B3646-18D0-4D87-9C44-2D220B5C9301}" presName="iconRect" presStyleLbl="node1" presStyleIdx="1" presStyleCnt="4"/>
      <dgm:spPr bwMode="auto">
        <a:blipFill rotWithShape="1">
          <a:blip r:embed="rId2"/>
          <a:stretch/>
        </a:blipFill>
        <a:ln>
          <a:noFill/>
        </a:ln>
      </dgm:spPr>
    </dgm:pt>
    <dgm:pt modelId="{8F8FA6CB-FD8D-401D-9162-27AD22F921F9}" type="pres">
      <dgm:prSet presAssocID="{F60B3646-18D0-4D87-9C44-2D220B5C9301}" presName="spaceRect" presStyleCnt="0"/>
      <dgm:spPr bwMode="auto"/>
    </dgm:pt>
    <dgm:pt modelId="{5C6BABD3-CA68-4A8F-8816-D838DD426E3D}" type="pres">
      <dgm:prSet presAssocID="{F60B3646-18D0-4D87-9C44-2D220B5C9301}" presName="textRect" presStyleLbl="revTx" presStyleIdx="1" presStyleCnt="4">
        <dgm:presLayoutVars>
          <dgm:chMax val="1"/>
          <dgm:chPref val="1"/>
        </dgm:presLayoutVars>
      </dgm:prSet>
      <dgm:spPr bwMode="auto"/>
    </dgm:pt>
    <dgm:pt modelId="{884AFD32-C19E-4905-A968-3876B786F35B}" type="pres">
      <dgm:prSet presAssocID="{306D5762-ECB4-444B-9418-3ED8A552A1E6}" presName="sibTrans" presStyleLbl="sibTrans2D1" presStyleIdx="0" presStyleCnt="0"/>
      <dgm:spPr bwMode="auto"/>
    </dgm:pt>
    <dgm:pt modelId="{564A5285-D035-4EDB-B30E-2647B00AB5C9}" type="pres">
      <dgm:prSet presAssocID="{F3427B00-7B57-42A4-B078-C693BF13CE40}" presName="compNode" presStyleCnt="0"/>
      <dgm:spPr bwMode="auto"/>
    </dgm:pt>
    <dgm:pt modelId="{837B322E-BCBD-46ED-980F-742508AFC51C}" type="pres">
      <dgm:prSet presAssocID="{F3427B00-7B57-42A4-B078-C693BF13CE40}" presName="iconBgRect" presStyleLbl="bgShp" presStyleIdx="2" presStyleCnt="4"/>
      <dgm:spPr bwMode="auto"/>
    </dgm:pt>
    <dgm:pt modelId="{C1AEA079-D23B-4E1C-ACA1-EFCD076D32FA}" type="pres">
      <dgm:prSet presAssocID="{F3427B00-7B57-42A4-B078-C693BF13CE40}" presName="iconRect" presStyleLbl="node1" presStyleIdx="2" presStyleCnt="4"/>
      <dgm:spPr bwMode="auto">
        <a:blipFill rotWithShape="1">
          <a:blip r:embed="rId3"/>
          <a:stretch/>
        </a:blipFill>
        <a:ln>
          <a:noFill/>
        </a:ln>
      </dgm:spPr>
    </dgm:pt>
    <dgm:pt modelId="{CF4AA88B-C5B9-48EE-8FDC-481314ED7969}" type="pres">
      <dgm:prSet presAssocID="{F3427B00-7B57-42A4-B078-C693BF13CE40}" presName="spaceRect" presStyleCnt="0"/>
      <dgm:spPr bwMode="auto"/>
    </dgm:pt>
    <dgm:pt modelId="{68461FAB-A003-4DC1-B744-523D72A0C883}" type="pres">
      <dgm:prSet presAssocID="{F3427B00-7B57-42A4-B078-C693BF13CE40}" presName="textRect" presStyleLbl="revTx" presStyleIdx="2" presStyleCnt="4">
        <dgm:presLayoutVars>
          <dgm:chMax val="1"/>
          <dgm:chPref val="1"/>
        </dgm:presLayoutVars>
      </dgm:prSet>
      <dgm:spPr bwMode="auto"/>
    </dgm:pt>
    <dgm:pt modelId="{25B93A8D-FFB6-49C1-B4F6-95CC4CF8BD8A}" type="pres">
      <dgm:prSet presAssocID="{75B95A65-AF2F-46E1-803E-99049B6C007B}" presName="sibTrans" presStyleLbl="sibTrans2D1" presStyleIdx="0" presStyleCnt="0"/>
      <dgm:spPr bwMode="auto"/>
    </dgm:pt>
    <dgm:pt modelId="{72A6BAA3-A05B-4696-B5CF-E9C26FCE5605}" type="pres">
      <dgm:prSet presAssocID="{64D5FA84-29FD-42AD-B592-59F273F03DF8}" presName="compNode" presStyleCnt="0"/>
      <dgm:spPr bwMode="auto"/>
    </dgm:pt>
    <dgm:pt modelId="{C9416BC8-F8E4-4ECD-8781-729250EA29C7}" type="pres">
      <dgm:prSet presAssocID="{64D5FA84-29FD-42AD-B592-59F273F03DF8}" presName="iconBgRect" presStyleLbl="bgShp" presStyleIdx="3" presStyleCnt="4"/>
      <dgm:spPr bwMode="auto"/>
    </dgm:pt>
    <dgm:pt modelId="{AD142F6B-6067-4891-A0D1-7939C44ACA70}" type="pres">
      <dgm:prSet presAssocID="{64D5FA84-29FD-42AD-B592-59F273F03DF8}" presName="iconRect" presStyleLbl="node1" presStyleIdx="3" presStyleCnt="4"/>
      <dgm:spPr bwMode="auto">
        <a:blipFill rotWithShape="1">
          <a:blip r:embed="rId4"/>
          <a:stretch/>
        </a:blipFill>
        <a:ln>
          <a:noFill/>
        </a:ln>
      </dgm:spPr>
    </dgm:pt>
    <dgm:pt modelId="{32E3E350-0123-4F6C-869F-9FE09D27621F}" type="pres">
      <dgm:prSet presAssocID="{64D5FA84-29FD-42AD-B592-59F273F03DF8}" presName="spaceRect" presStyleCnt="0"/>
      <dgm:spPr bwMode="auto"/>
    </dgm:pt>
    <dgm:pt modelId="{89067734-8F47-499D-95E2-45A56F5B9AF9}" type="pres">
      <dgm:prSet presAssocID="{64D5FA84-29FD-42AD-B592-59F273F03DF8}" presName="textRect" presStyleLbl="revTx" presStyleIdx="3" presStyleCnt="4">
        <dgm:presLayoutVars>
          <dgm:chMax val="1"/>
          <dgm:chPref val="1"/>
        </dgm:presLayoutVars>
      </dgm:prSet>
      <dgm:spPr bwMode="auto"/>
    </dgm:pt>
  </dgm:ptLst>
  <dgm:cxnLst>
    <dgm:cxn modelId="{4268D300-50D5-4BFB-9734-BC47BE1C65E3}" type="presOf" srcId="{18B4A3AD-7C71-468A-BF78-72411273FBE4}" destId="{38A0889A-A930-436C-9809-19741DD0BAEB}" srcOrd="0" destOrd="0" presId="urn:microsoft.com/office/officeart/2018/2/layout/IconCircleList"/>
    <dgm:cxn modelId="{2B1C2D11-5076-4F51-BA0D-A7EE4AF03A05}" type="presOf" srcId="{64D5FA84-29FD-42AD-B592-59F273F03DF8}" destId="{89067734-8F47-499D-95E2-45A56F5B9AF9}" srcOrd="0" destOrd="0" presId="urn:microsoft.com/office/officeart/2018/2/layout/IconCircleList"/>
    <dgm:cxn modelId="{6D43C928-E61D-45FC-828F-8D9992A519AF}" type="presOf" srcId="{F3427B00-7B57-42A4-B078-C693BF13CE40}" destId="{68461FAB-A003-4DC1-B744-523D72A0C883}" srcOrd="0" destOrd="0" presId="urn:microsoft.com/office/officeart/2018/2/layout/IconCircleList"/>
    <dgm:cxn modelId="{7537935C-F627-4E26-B7F0-0D84CCFFC31D}" type="parOf" srcId="{0F572B7A-4AB3-435E-B22D-6C85E3B3DF70}" destId="{64D5FA84-29FD-42AD-B592-59F273F03DF8}" srcOrd="3" destOrd="0" parTransId="{DAD3CF4F-31B0-4FF8-B995-B1D1B78CBCC9}" sibTransId="{53411615-D822-4CD2-89D4-EBFB159CEC44}"/>
    <dgm:cxn modelId="{09C42B52-DD20-47EA-B53C-3F00B37F869D}" type="parOf" srcId="{0F572B7A-4AB3-435E-B22D-6C85E3B3DF70}" destId="{18B4A3AD-7C71-468A-BF78-72411273FBE4}" srcOrd="0" destOrd="0" parTransId="{BACDFEE2-5B5C-4B3A-9430-AD4241F038F5}" sibTransId="{9A8FDF8D-D778-4CB3-9484-023A2118E72C}"/>
    <dgm:cxn modelId="{5F399783-85F1-4B66-B6AE-DB59302D7A36}" type="presOf" srcId="{75B95A65-AF2F-46E1-803E-99049B6C007B}" destId="{25B93A8D-FFB6-49C1-B4F6-95CC4CF8BD8A}" srcOrd="0" destOrd="0" presId="urn:microsoft.com/office/officeart/2018/2/layout/IconCircleList"/>
    <dgm:cxn modelId="{9F3386A0-25A8-404A-B6A4-989B15A56D68}" type="presOf" srcId="{0F572B7A-4AB3-435E-B22D-6C85E3B3DF70}" destId="{486A39A9-F1FE-4A60-B64D-299ECED23919}" srcOrd="0" destOrd="0" presId="urn:microsoft.com/office/officeart/2018/2/layout/IconCircleList"/>
    <dgm:cxn modelId="{B82AEDBB-DDDA-444B-8EB8-88DC5419C6E8}" type="presOf" srcId="{9A8FDF8D-D778-4CB3-9484-023A2118E72C}" destId="{E4D8A10F-4870-48D4-8FDE-E8649DACDC92}" srcOrd="0" destOrd="0" presId="urn:microsoft.com/office/officeart/2018/2/layout/IconCircleList"/>
    <dgm:cxn modelId="{1D38F8C0-72A7-466E-B340-A979092A1DA5}" type="parOf" srcId="{0F572B7A-4AB3-435E-B22D-6C85E3B3DF70}" destId="{F3427B00-7B57-42A4-B078-C693BF13CE40}" srcOrd="2" destOrd="0" parTransId="{A35CDEEE-344F-4742-A249-329C39B396C0}" sibTransId="{75B95A65-AF2F-46E1-803E-99049B6C007B}"/>
    <dgm:cxn modelId="{F3BE41DB-BE95-40EB-B6C9-47A71DFC8A80}" type="presOf" srcId="{306D5762-ECB4-444B-9418-3ED8A552A1E6}" destId="{884AFD32-C19E-4905-A968-3876B786F35B}" srcOrd="0" destOrd="0" presId="urn:microsoft.com/office/officeart/2018/2/layout/IconCircleList"/>
    <dgm:cxn modelId="{37260BE1-AC63-4737-A2AB-E6EACCC01AF3}" type="parOf" srcId="{0F572B7A-4AB3-435E-B22D-6C85E3B3DF70}" destId="{F60B3646-18D0-4D87-9C44-2D220B5C9301}" srcOrd="1" destOrd="0" parTransId="{1CF29984-BCA2-411B-84D6-8C5FE161EFAF}" sibTransId="{306D5762-ECB4-444B-9418-3ED8A552A1E6}"/>
    <dgm:cxn modelId="{1B6EB0E9-25BE-4579-8509-BDB38C487BB3}" type="presOf" srcId="{F60B3646-18D0-4D87-9C44-2D220B5C9301}" destId="{5C6BABD3-CA68-4A8F-8816-D838DD426E3D}" srcOrd="0" destOrd="0" presId="urn:microsoft.com/office/officeart/2018/2/layout/IconCircleList"/>
    <dgm:cxn modelId="{CFEEEFF0-01B0-4A5A-B6AB-3FEC6817C220}" type="presParOf" srcId="{486A39A9-F1FE-4A60-B64D-299ECED23919}" destId="{7AFF17F7-F852-4E94-AFB7-9825401B4C91}" srcOrd="0" destOrd="0" presId="urn:microsoft.com/office/officeart/2018/2/layout/IconCircleList"/>
    <dgm:cxn modelId="{1CF6C749-6325-4365-AD0A-4A68A2FEA1F1}" type="presParOf" srcId="{7AFF17F7-F852-4E94-AFB7-9825401B4C91}" destId="{D1AE4D44-3114-41E3-B832-83EE04A4BA20}" srcOrd="0" destOrd="0" presId="urn:microsoft.com/office/officeart/2018/2/layout/IconCircleList"/>
    <dgm:cxn modelId="{1A73EA39-840A-481C-85FE-BAC486076FDA}" type="presParOf" srcId="{D1AE4D44-3114-41E3-B832-83EE04A4BA20}" destId="{53E41955-4E3B-4CE5-B8ED-D556AA7DB967}" srcOrd="0" destOrd="0" presId="urn:microsoft.com/office/officeart/2018/2/layout/IconCircleList"/>
    <dgm:cxn modelId="{0ABCBE9F-FD5C-4FBD-A330-4F2EA2FCCDF2}" type="presParOf" srcId="{D1AE4D44-3114-41E3-B832-83EE04A4BA20}" destId="{A6E2EB79-57A2-456F-B49B-AE2413B3E957}" srcOrd="1" destOrd="0" presId="urn:microsoft.com/office/officeart/2018/2/layout/IconCircleList"/>
    <dgm:cxn modelId="{58D13671-7F95-4BBF-82B1-1A37902CB24E}" type="presParOf" srcId="{D1AE4D44-3114-41E3-B832-83EE04A4BA20}" destId="{63489177-F219-4832-890D-1EB2D2975B41}" srcOrd="2" destOrd="0" presId="urn:microsoft.com/office/officeart/2018/2/layout/IconCircleList"/>
    <dgm:cxn modelId="{B91A8579-C3A2-4B9C-863B-9EDBA1D7D0DB}" type="presParOf" srcId="{D1AE4D44-3114-41E3-B832-83EE04A4BA20}" destId="{38A0889A-A930-436C-9809-19741DD0BAEB}" srcOrd="3" destOrd="0" presId="urn:microsoft.com/office/officeart/2018/2/layout/IconCircleList"/>
    <dgm:cxn modelId="{F588C723-33F9-4A74-BF06-F1B5D3E6AA23}" type="presParOf" srcId="{7AFF17F7-F852-4E94-AFB7-9825401B4C91}" destId="{E4D8A10F-4870-48D4-8FDE-E8649DACDC92}" srcOrd="1" destOrd="0" presId="urn:microsoft.com/office/officeart/2018/2/layout/IconCircleList"/>
    <dgm:cxn modelId="{0EC58D4B-6310-49C3-9934-87B4D4E1941D}" type="presParOf" srcId="{7AFF17F7-F852-4E94-AFB7-9825401B4C91}" destId="{F195B7D8-D8DC-44B7-A66A-303B346ECBF5}" srcOrd="2" destOrd="0" presId="urn:microsoft.com/office/officeart/2018/2/layout/IconCircleList"/>
    <dgm:cxn modelId="{5A23525D-9949-4065-97AB-910C35771C70}" type="presParOf" srcId="{F195B7D8-D8DC-44B7-A66A-303B346ECBF5}" destId="{FCFA2B0C-35C2-4B3F-A85B-C4F01A4F6198}" srcOrd="0" destOrd="0" presId="urn:microsoft.com/office/officeart/2018/2/layout/IconCircleList"/>
    <dgm:cxn modelId="{735084D6-72F0-4AC2-A6E0-314C8463E765}" type="presParOf" srcId="{F195B7D8-D8DC-44B7-A66A-303B346ECBF5}" destId="{58C9C443-1C92-46C1-89B7-BA7DCA07918D}" srcOrd="1" destOrd="0" presId="urn:microsoft.com/office/officeart/2018/2/layout/IconCircleList"/>
    <dgm:cxn modelId="{89DDB8F9-FF46-4CCC-BB65-2A21CFF3F4B5}" type="presParOf" srcId="{F195B7D8-D8DC-44B7-A66A-303B346ECBF5}" destId="{8F8FA6CB-FD8D-401D-9162-27AD22F921F9}" srcOrd="2" destOrd="0" presId="urn:microsoft.com/office/officeart/2018/2/layout/IconCircleList"/>
    <dgm:cxn modelId="{59643CEC-EA02-403D-886C-483832CD8C6D}" type="presParOf" srcId="{F195B7D8-D8DC-44B7-A66A-303B346ECBF5}" destId="{5C6BABD3-CA68-4A8F-8816-D838DD426E3D}" srcOrd="3" destOrd="0" presId="urn:microsoft.com/office/officeart/2018/2/layout/IconCircleList"/>
    <dgm:cxn modelId="{4CCA4EBA-B951-4B9A-A80E-4F351B27B7ED}" type="presParOf" srcId="{7AFF17F7-F852-4E94-AFB7-9825401B4C91}" destId="{884AFD32-C19E-4905-A968-3876B786F35B}" srcOrd="3" destOrd="0" presId="urn:microsoft.com/office/officeart/2018/2/layout/IconCircleList"/>
    <dgm:cxn modelId="{96169A96-95E6-44BA-9101-D20B22D10B7F}" type="presParOf" srcId="{7AFF17F7-F852-4E94-AFB7-9825401B4C91}" destId="{564A5285-D035-4EDB-B30E-2647B00AB5C9}" srcOrd="4" destOrd="0" presId="urn:microsoft.com/office/officeart/2018/2/layout/IconCircleList"/>
    <dgm:cxn modelId="{CAE908A4-CF70-4054-85B9-1E269C268B56}" type="presParOf" srcId="{564A5285-D035-4EDB-B30E-2647B00AB5C9}" destId="{837B322E-BCBD-46ED-980F-742508AFC51C}" srcOrd="0" destOrd="0" presId="urn:microsoft.com/office/officeart/2018/2/layout/IconCircleList"/>
    <dgm:cxn modelId="{FE6C2419-9C84-4207-9798-6DF02D30183C}" type="presParOf" srcId="{564A5285-D035-4EDB-B30E-2647B00AB5C9}" destId="{C1AEA079-D23B-4E1C-ACA1-EFCD076D32FA}" srcOrd="1" destOrd="0" presId="urn:microsoft.com/office/officeart/2018/2/layout/IconCircleList"/>
    <dgm:cxn modelId="{9C0A68BD-C5D7-4765-8E37-0808FE99B966}" type="presParOf" srcId="{564A5285-D035-4EDB-B30E-2647B00AB5C9}" destId="{CF4AA88B-C5B9-48EE-8FDC-481314ED7969}" srcOrd="2" destOrd="0" presId="urn:microsoft.com/office/officeart/2018/2/layout/IconCircleList"/>
    <dgm:cxn modelId="{8A7D0A69-8330-4892-9D6D-33803A194A70}" type="presParOf" srcId="{564A5285-D035-4EDB-B30E-2647B00AB5C9}" destId="{68461FAB-A003-4DC1-B744-523D72A0C883}" srcOrd="3" destOrd="0" presId="urn:microsoft.com/office/officeart/2018/2/layout/IconCircleList"/>
    <dgm:cxn modelId="{EBF7A65F-2372-4485-9E11-181CECA0B92D}" type="presParOf" srcId="{7AFF17F7-F852-4E94-AFB7-9825401B4C91}" destId="{25B93A8D-FFB6-49C1-B4F6-95CC4CF8BD8A}" srcOrd="5" destOrd="0" presId="urn:microsoft.com/office/officeart/2018/2/layout/IconCircleList"/>
    <dgm:cxn modelId="{890F88A2-3353-4BBC-A2EF-AA318086C5FF}" type="presParOf" srcId="{7AFF17F7-F852-4E94-AFB7-9825401B4C91}" destId="{72A6BAA3-A05B-4696-B5CF-E9C26FCE5605}" srcOrd="6" destOrd="0" presId="urn:microsoft.com/office/officeart/2018/2/layout/IconCircleList"/>
    <dgm:cxn modelId="{0122B00F-AEAD-42E0-BAEC-102512066F81}" type="presParOf" srcId="{72A6BAA3-A05B-4696-B5CF-E9C26FCE5605}" destId="{C9416BC8-F8E4-4ECD-8781-729250EA29C7}" srcOrd="0" destOrd="0" presId="urn:microsoft.com/office/officeart/2018/2/layout/IconCircleList"/>
    <dgm:cxn modelId="{09CCE5CF-4995-4FDF-89CF-4B2EA1D0C47D}" type="presParOf" srcId="{72A6BAA3-A05B-4696-B5CF-E9C26FCE5605}" destId="{AD142F6B-6067-4891-A0D1-7939C44ACA70}" srcOrd="1" destOrd="0" presId="urn:microsoft.com/office/officeart/2018/2/layout/IconCircleList"/>
    <dgm:cxn modelId="{AFD742AD-8949-4DC1-8A96-EAF1751A8A38}" type="presParOf" srcId="{72A6BAA3-A05B-4696-B5CF-E9C26FCE5605}" destId="{32E3E350-0123-4F6C-869F-9FE09D27621F}" srcOrd="2" destOrd="0" presId="urn:microsoft.com/office/officeart/2018/2/layout/IconCircleList"/>
    <dgm:cxn modelId="{58B6FB70-30D5-4387-936E-89E451D459F2}" type="presParOf" srcId="{72A6BAA3-A05B-4696-B5CF-E9C26FCE5605}" destId="{89067734-8F47-499D-95E2-45A56F5B9A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C3677E4-908F-44CA-B525-136DB278DB0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785E6D2C-71ED-4D0B-8127-0EC581EAB05D}" type="node">
      <dgm:prSet/>
      <dgm:spPr bwMode="auto"/>
      <dgm:t>
        <a:bodyPr/>
        <a:lstStyle/>
        <a:p>
          <a:pPr>
            <a:defRPr/>
          </a:pPr>
          <a:r>
            <a:rPr lang="de-DE"/>
            <a:t>Covers essentail project management needs</a:t>
          </a:r>
          <a:endParaRPr lang="en-US"/>
        </a:p>
      </dgm:t>
    </dgm:pt>
    <dgm:pt modelId="{FB5060B5-8B3F-418D-AC4C-4280D16AFE63}" type="parTrans" cxnId="{B0D38DC2-DD1C-4345-A550-3C363BE6A1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A78A48F-4AAA-42C3-B024-A08B4559AB9C}" type="sibTrans" cxnId="{B0D38DC2-DD1C-4345-A550-3C363BE6A1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33BB660-9A71-4CE0-A950-CE3C29F0CEF7}" type="node">
      <dgm:prSet/>
      <dgm:spPr bwMode="auto"/>
      <dgm:t>
        <a:bodyPr/>
        <a:lstStyle/>
        <a:p>
          <a:pPr>
            <a:defRPr/>
          </a:pPr>
          <a:r>
            <a:rPr lang="de-DE"/>
            <a:t>Scalable and modular desgin</a:t>
          </a:r>
          <a:endParaRPr lang="en-US"/>
        </a:p>
      </dgm:t>
    </dgm:pt>
    <dgm:pt modelId="{B1720FCE-3D1A-428A-BFCE-E7ABE3956C7B}" type="parTrans" cxnId="{C9CE7697-A2B1-4F17-8D48-756EC3673C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347DE86-6B0C-488B-8DF5-13C229A85DB4}" type="sibTrans" cxnId="{C9CE7697-A2B1-4F17-8D48-756EC3673C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2CDF458-6E4E-4BC7-940F-9CE7DE3C82E8}" type="node">
      <dgm:prSet/>
      <dgm:spPr bwMode="auto"/>
      <dgm:t>
        <a:bodyPr/>
        <a:lstStyle/>
        <a:p>
          <a:pPr>
            <a:defRPr/>
          </a:pPr>
          <a:r>
            <a:rPr lang="de-DE"/>
            <a:t>Supports multiple user roles</a:t>
          </a:r>
          <a:endParaRPr lang="en-US"/>
        </a:p>
      </dgm:t>
    </dgm:pt>
    <dgm:pt modelId="{55FD7693-E61D-4A21-B2B7-63B5639BD169}" type="parTrans" cxnId="{C553AF44-E7E2-4CF9-803D-A0FBA3DDDC4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0E611A7-A77C-4E1F-A4DF-23477317CBCD}" type="sibTrans" cxnId="{C553AF44-E7E2-4CF9-803D-A0FBA3DDDC4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25C3B56-04AD-4BC1-8416-C1EDBE074AD2}" type="pres">
      <dgm:prSet presAssocID="{BC3677E4-908F-44CA-B525-136DB278DB0F}" presName="root" presStyleCnt="0">
        <dgm:presLayoutVars>
          <dgm:dir val="norm"/>
          <dgm:resizeHandles val="exact"/>
        </dgm:presLayoutVars>
      </dgm:prSet>
      <dgm:spPr bwMode="auto"/>
    </dgm:pt>
    <dgm:pt modelId="{86AB8CA7-2FE5-468D-8AC5-A0322F2F96FA}" type="pres">
      <dgm:prSet presAssocID="{BC3677E4-908F-44CA-B525-136DB278DB0F}" presName="container" presStyleCnt="0">
        <dgm:presLayoutVars>
          <dgm:dir val="norm"/>
          <dgm:resizeHandles val="exact"/>
        </dgm:presLayoutVars>
      </dgm:prSet>
      <dgm:spPr bwMode="auto"/>
    </dgm:pt>
    <dgm:pt modelId="{48086AB3-3852-4278-82A9-E9D97454B024}" type="pres">
      <dgm:prSet presAssocID="{785E6D2C-71ED-4D0B-8127-0EC581EAB05D}" presName="compNode" presStyleCnt="0"/>
      <dgm:spPr bwMode="auto"/>
    </dgm:pt>
    <dgm:pt modelId="{652B53C8-4533-4DAF-AA7E-7A29A1187A8D}" type="pres">
      <dgm:prSet presAssocID="{785E6D2C-71ED-4D0B-8127-0EC581EAB05D}" presName="iconBgRect" presStyleLbl="bgShp" presStyleIdx="0" presStyleCnt="3"/>
      <dgm:spPr bwMode="auto"/>
    </dgm:pt>
    <dgm:pt modelId="{6CB764CA-E5ED-430C-BD1F-DDBA9164D01F}" type="pres">
      <dgm:prSet presAssocID="{785E6D2C-71ED-4D0B-8127-0EC581EAB05D}" presName="iconRect" presStyleLbl="node1" presStyleIdx="0" presStyleCnt="3"/>
      <dgm:spPr bwMode="auto">
        <a:blipFill rotWithShape="1">
          <a:blip r:embed="rId1"/>
          <a:stretch/>
        </a:blipFill>
        <a:ln>
          <a:noFill/>
        </a:ln>
      </dgm:spPr>
    </dgm:pt>
    <dgm:pt modelId="{D7F37804-AA62-45F1-9A1D-1DF37953C233}" type="pres">
      <dgm:prSet presAssocID="{785E6D2C-71ED-4D0B-8127-0EC581EAB05D}" presName="spaceRect" presStyleCnt="0"/>
      <dgm:spPr bwMode="auto"/>
    </dgm:pt>
    <dgm:pt modelId="{CE3752B9-1116-4F57-BBFE-A472A6B30EF1}" type="pres">
      <dgm:prSet presAssocID="{785E6D2C-71ED-4D0B-8127-0EC581EAB05D}" presName="textRect" presStyleLbl="revTx" presStyleIdx="0" presStyleCnt="3">
        <dgm:presLayoutVars>
          <dgm:chMax val="1"/>
          <dgm:chPref val="1"/>
        </dgm:presLayoutVars>
      </dgm:prSet>
      <dgm:spPr bwMode="auto"/>
    </dgm:pt>
    <dgm:pt modelId="{A047CE8F-DDE1-4C20-B16C-A121B293557F}" type="pres">
      <dgm:prSet presAssocID="{8A78A48F-4AAA-42C3-B024-A08B4559AB9C}" presName="sibTrans" presStyleLbl="sibTrans2D1" presStyleIdx="0" presStyleCnt="0"/>
      <dgm:spPr bwMode="auto"/>
    </dgm:pt>
    <dgm:pt modelId="{2CF2376C-9224-4220-BCCA-0879D5B8FFF2}" type="pres">
      <dgm:prSet presAssocID="{B33BB660-9A71-4CE0-A950-CE3C29F0CEF7}" presName="compNode" presStyleCnt="0"/>
      <dgm:spPr bwMode="auto"/>
    </dgm:pt>
    <dgm:pt modelId="{0DCBCE1F-F760-4BA1-A88C-3B98FFC58B95}" type="pres">
      <dgm:prSet presAssocID="{B33BB660-9A71-4CE0-A950-CE3C29F0CEF7}" presName="iconBgRect" presStyleLbl="bgShp" presStyleIdx="1" presStyleCnt="3"/>
      <dgm:spPr bwMode="auto"/>
    </dgm:pt>
    <dgm:pt modelId="{2F2F2D81-F262-4EFD-8C5E-5477546E7871}" type="pres">
      <dgm:prSet presAssocID="{B33BB660-9A71-4CE0-A950-CE3C29F0CEF7}" presName="iconRect" presStyleLbl="node1" presStyleIdx="1" presStyleCnt="3"/>
      <dgm:spPr bwMode="auto">
        <a:blipFill rotWithShape="1">
          <a:blip r:embed="rId2"/>
          <a:stretch/>
        </a:blipFill>
        <a:ln>
          <a:noFill/>
        </a:ln>
      </dgm:spPr>
    </dgm:pt>
    <dgm:pt modelId="{BFB5490C-C853-4ABB-B2A1-E078D4716645}" type="pres">
      <dgm:prSet presAssocID="{B33BB660-9A71-4CE0-A950-CE3C29F0CEF7}" presName="spaceRect" presStyleCnt="0"/>
      <dgm:spPr bwMode="auto"/>
    </dgm:pt>
    <dgm:pt modelId="{EB52898C-9D6D-4A1D-96D3-8386F408BC80}" type="pres">
      <dgm:prSet presAssocID="{B33BB660-9A71-4CE0-A950-CE3C29F0CEF7}" presName="textRect" presStyleLbl="revTx" presStyleIdx="1" presStyleCnt="3">
        <dgm:presLayoutVars>
          <dgm:chMax val="1"/>
          <dgm:chPref val="1"/>
        </dgm:presLayoutVars>
      </dgm:prSet>
      <dgm:spPr bwMode="auto"/>
    </dgm:pt>
    <dgm:pt modelId="{1A1389CF-8828-4373-A1EB-6A6AE31BE035}" type="pres">
      <dgm:prSet presAssocID="{C347DE86-6B0C-488B-8DF5-13C229A85DB4}" presName="sibTrans" presStyleLbl="sibTrans2D1" presStyleIdx="0" presStyleCnt="0"/>
      <dgm:spPr bwMode="auto"/>
    </dgm:pt>
    <dgm:pt modelId="{1EB44EB3-E667-4CE1-99A1-C7C8CD2CFCDE}" type="pres">
      <dgm:prSet presAssocID="{E2CDF458-6E4E-4BC7-940F-9CE7DE3C82E8}" presName="compNode" presStyleCnt="0"/>
      <dgm:spPr bwMode="auto"/>
    </dgm:pt>
    <dgm:pt modelId="{D665EBF9-F84B-4766-923F-F37EF860DB1D}" type="pres">
      <dgm:prSet presAssocID="{E2CDF458-6E4E-4BC7-940F-9CE7DE3C82E8}" presName="iconBgRect" presStyleLbl="bgShp" presStyleIdx="2" presStyleCnt="3"/>
      <dgm:spPr bwMode="auto"/>
    </dgm:pt>
    <dgm:pt modelId="{F6853287-A45A-4DE7-BB51-B12C888F4102}" type="pres">
      <dgm:prSet presAssocID="{E2CDF458-6E4E-4BC7-940F-9CE7DE3C82E8}" presName="iconRect" presStyleLbl="node1" presStyleIdx="2" presStyleCnt="3"/>
      <dgm:spPr bwMode="auto">
        <a:blipFill rotWithShape="1">
          <a:blip r:embed="rId3"/>
          <a:stretch/>
        </a:blipFill>
        <a:ln>
          <a:noFill/>
        </a:ln>
      </dgm:spPr>
    </dgm:pt>
    <dgm:pt modelId="{6FBE1346-517C-4B29-B2CE-119F6733194D}" type="pres">
      <dgm:prSet presAssocID="{E2CDF458-6E4E-4BC7-940F-9CE7DE3C82E8}" presName="spaceRect" presStyleCnt="0"/>
      <dgm:spPr bwMode="auto"/>
    </dgm:pt>
    <dgm:pt modelId="{F815EADA-2BFD-4EC6-AED7-780420FC69F0}" type="pres">
      <dgm:prSet presAssocID="{E2CDF458-6E4E-4BC7-940F-9CE7DE3C82E8}" presName="textRect" presStyleLbl="revTx" presStyleIdx="2" presStyleCnt="3">
        <dgm:presLayoutVars>
          <dgm:chMax val="1"/>
          <dgm:chPref val="1"/>
        </dgm:presLayoutVars>
      </dgm:prSet>
      <dgm:spPr bwMode="auto"/>
    </dgm:pt>
  </dgm:ptLst>
  <dgm:cxnLst>
    <dgm:cxn modelId="{2859C705-C84D-46D7-AB43-1A8A1F072E9F}" type="presOf" srcId="{E2CDF458-6E4E-4BC7-940F-9CE7DE3C82E8}" destId="{F815EADA-2BFD-4EC6-AED7-780420FC69F0}" srcOrd="0" destOrd="0" presId="urn:microsoft.com/office/officeart/2018/2/layout/IconCircleList"/>
    <dgm:cxn modelId="{15DED10B-916B-49AC-8101-362094AB8E70}" type="presOf" srcId="{785E6D2C-71ED-4D0B-8127-0EC581EAB05D}" destId="{CE3752B9-1116-4F57-BBFE-A472A6B30EF1}" srcOrd="0" destOrd="0" presId="urn:microsoft.com/office/officeart/2018/2/layout/IconCircleList"/>
    <dgm:cxn modelId="{77EBEF5E-0D6A-4CCD-8ACF-0E35073683E8}" type="presOf" srcId="{C347DE86-6B0C-488B-8DF5-13C229A85DB4}" destId="{1A1389CF-8828-4373-A1EB-6A6AE31BE035}" srcOrd="0" destOrd="0" presId="urn:microsoft.com/office/officeart/2018/2/layout/IconCircleList"/>
    <dgm:cxn modelId="{C553AF44-E7E2-4CF9-803D-A0FBA3DDDC4D}" type="parOf" srcId="{BC3677E4-908F-44CA-B525-136DB278DB0F}" destId="{E2CDF458-6E4E-4BC7-940F-9CE7DE3C82E8}" srcOrd="2" destOrd="0" parTransId="{55FD7693-E61D-4A21-B2B7-63B5639BD169}" sibTransId="{F0E611A7-A77C-4E1F-A4DF-23477317CBCD}"/>
    <dgm:cxn modelId="{B082B558-40E9-411C-A61F-B64A0A2DAABE}" type="presOf" srcId="{8A78A48F-4AAA-42C3-B024-A08B4559AB9C}" destId="{A047CE8F-DDE1-4C20-B16C-A121B293557F}" srcOrd="0" destOrd="0" presId="urn:microsoft.com/office/officeart/2018/2/layout/IconCircleList"/>
    <dgm:cxn modelId="{C9CE7697-A2B1-4F17-8D48-756EC3673CD8}" type="parOf" srcId="{BC3677E4-908F-44CA-B525-136DB278DB0F}" destId="{B33BB660-9A71-4CE0-A950-CE3C29F0CEF7}" srcOrd="1" destOrd="0" parTransId="{B1720FCE-3D1A-428A-BFCE-E7ABE3956C7B}" sibTransId="{C347DE86-6B0C-488B-8DF5-13C229A85DB4}"/>
    <dgm:cxn modelId="{4F4040BC-99EC-4550-AE72-F83CA36036D7}" type="presOf" srcId="{B33BB660-9A71-4CE0-A950-CE3C29F0CEF7}" destId="{EB52898C-9D6D-4A1D-96D3-8386F408BC80}" srcOrd="0" destOrd="0" presId="urn:microsoft.com/office/officeart/2018/2/layout/IconCircleList"/>
    <dgm:cxn modelId="{B0D38DC2-DD1C-4345-A550-3C363BE6A125}" type="parOf" srcId="{BC3677E4-908F-44CA-B525-136DB278DB0F}" destId="{785E6D2C-71ED-4D0B-8127-0EC581EAB05D}" srcOrd="0" destOrd="0" parTransId="{FB5060B5-8B3F-418D-AC4C-4280D16AFE63}" sibTransId="{8A78A48F-4AAA-42C3-B024-A08B4559AB9C}"/>
    <dgm:cxn modelId="{534D16C6-8A47-4E4A-83B3-015626903692}" type="presOf" srcId="{BC3677E4-908F-44CA-B525-136DB278DB0F}" destId="{525C3B56-04AD-4BC1-8416-C1EDBE074AD2}" srcOrd="0" destOrd="0" presId="urn:microsoft.com/office/officeart/2018/2/layout/IconCircleList"/>
    <dgm:cxn modelId="{1AF9469C-C19C-4388-A9EB-068FFF2ABB6B}" type="presParOf" srcId="{525C3B56-04AD-4BC1-8416-C1EDBE074AD2}" destId="{86AB8CA7-2FE5-468D-8AC5-A0322F2F96FA}" srcOrd="0" destOrd="0" presId="urn:microsoft.com/office/officeart/2018/2/layout/IconCircleList"/>
    <dgm:cxn modelId="{8755455F-F8DD-4D36-A915-4FF5424F3BD7}" type="presParOf" srcId="{86AB8CA7-2FE5-468D-8AC5-A0322F2F96FA}" destId="{48086AB3-3852-4278-82A9-E9D97454B024}" srcOrd="0" destOrd="0" presId="urn:microsoft.com/office/officeart/2018/2/layout/IconCircleList"/>
    <dgm:cxn modelId="{8676963C-0CF3-4786-BD37-466E1BA3D3B1}" type="presParOf" srcId="{48086AB3-3852-4278-82A9-E9D97454B024}" destId="{652B53C8-4533-4DAF-AA7E-7A29A1187A8D}" srcOrd="0" destOrd="0" presId="urn:microsoft.com/office/officeart/2018/2/layout/IconCircleList"/>
    <dgm:cxn modelId="{BD851A09-65CD-486E-BF8D-113C34D4B4AE}" type="presParOf" srcId="{48086AB3-3852-4278-82A9-E9D97454B024}" destId="{6CB764CA-E5ED-430C-BD1F-DDBA9164D01F}" srcOrd="1" destOrd="0" presId="urn:microsoft.com/office/officeart/2018/2/layout/IconCircleList"/>
    <dgm:cxn modelId="{2FF39670-64B0-4EDB-8CBC-828DDA3E9D0C}" type="presParOf" srcId="{48086AB3-3852-4278-82A9-E9D97454B024}" destId="{D7F37804-AA62-45F1-9A1D-1DF37953C233}" srcOrd="2" destOrd="0" presId="urn:microsoft.com/office/officeart/2018/2/layout/IconCircleList"/>
    <dgm:cxn modelId="{4E7A11DF-98CF-4C97-A95B-9B5E313562C7}" type="presParOf" srcId="{48086AB3-3852-4278-82A9-E9D97454B024}" destId="{CE3752B9-1116-4F57-BBFE-A472A6B30EF1}" srcOrd="3" destOrd="0" presId="urn:microsoft.com/office/officeart/2018/2/layout/IconCircleList"/>
    <dgm:cxn modelId="{86F48517-F8CE-4F96-B8A6-AD5B1FFC1F90}" type="presParOf" srcId="{86AB8CA7-2FE5-468D-8AC5-A0322F2F96FA}" destId="{A047CE8F-DDE1-4C20-B16C-A121B293557F}" srcOrd="1" destOrd="0" presId="urn:microsoft.com/office/officeart/2018/2/layout/IconCircleList"/>
    <dgm:cxn modelId="{B8F8C94C-E914-4AEA-AF23-19E78E6D5CA5}" type="presParOf" srcId="{86AB8CA7-2FE5-468D-8AC5-A0322F2F96FA}" destId="{2CF2376C-9224-4220-BCCA-0879D5B8FFF2}" srcOrd="2" destOrd="0" presId="urn:microsoft.com/office/officeart/2018/2/layout/IconCircleList"/>
    <dgm:cxn modelId="{166891A5-A32D-49FB-8F8C-D72ECB27B022}" type="presParOf" srcId="{2CF2376C-9224-4220-BCCA-0879D5B8FFF2}" destId="{0DCBCE1F-F760-4BA1-A88C-3B98FFC58B95}" srcOrd="0" destOrd="0" presId="urn:microsoft.com/office/officeart/2018/2/layout/IconCircleList"/>
    <dgm:cxn modelId="{FCE81995-30D0-485C-93A3-A7B0FF414AEE}" type="presParOf" srcId="{2CF2376C-9224-4220-BCCA-0879D5B8FFF2}" destId="{2F2F2D81-F262-4EFD-8C5E-5477546E7871}" srcOrd="1" destOrd="0" presId="urn:microsoft.com/office/officeart/2018/2/layout/IconCircleList"/>
    <dgm:cxn modelId="{A0E28945-D448-4CF8-AD8E-E3C24C167524}" type="presParOf" srcId="{2CF2376C-9224-4220-BCCA-0879D5B8FFF2}" destId="{BFB5490C-C853-4ABB-B2A1-E078D4716645}" srcOrd="2" destOrd="0" presId="urn:microsoft.com/office/officeart/2018/2/layout/IconCircleList"/>
    <dgm:cxn modelId="{1FE775F9-6F7A-4584-80EA-F81174E0BA7A}" type="presParOf" srcId="{2CF2376C-9224-4220-BCCA-0879D5B8FFF2}" destId="{EB52898C-9D6D-4A1D-96D3-8386F408BC80}" srcOrd="3" destOrd="0" presId="urn:microsoft.com/office/officeart/2018/2/layout/IconCircleList"/>
    <dgm:cxn modelId="{21E459D3-CC7F-4386-9F61-6A273E4C9253}" type="presParOf" srcId="{86AB8CA7-2FE5-468D-8AC5-A0322F2F96FA}" destId="{1A1389CF-8828-4373-A1EB-6A6AE31BE035}" srcOrd="3" destOrd="0" presId="urn:microsoft.com/office/officeart/2018/2/layout/IconCircleList"/>
    <dgm:cxn modelId="{F4A2ECAC-FEA0-4501-A910-A2736876DB9F}" type="presParOf" srcId="{86AB8CA7-2FE5-468D-8AC5-A0322F2F96FA}" destId="{1EB44EB3-E667-4CE1-99A1-C7C8CD2CFCDE}" srcOrd="4" destOrd="0" presId="urn:microsoft.com/office/officeart/2018/2/layout/IconCircleList"/>
    <dgm:cxn modelId="{97107019-3E19-4C9E-B8EA-4E82513988CF}" type="presParOf" srcId="{1EB44EB3-E667-4CE1-99A1-C7C8CD2CFCDE}" destId="{D665EBF9-F84B-4766-923F-F37EF860DB1D}" srcOrd="0" destOrd="0" presId="urn:microsoft.com/office/officeart/2018/2/layout/IconCircleList"/>
    <dgm:cxn modelId="{274BF7DD-A364-4C25-8064-BD4B624D5E6F}" type="presParOf" srcId="{1EB44EB3-E667-4CE1-99A1-C7C8CD2CFCDE}" destId="{F6853287-A45A-4DE7-BB51-B12C888F4102}" srcOrd="1" destOrd="0" presId="urn:microsoft.com/office/officeart/2018/2/layout/IconCircleList"/>
    <dgm:cxn modelId="{62B21726-4D2A-4E14-A530-DC85E39F0BDC}" type="presParOf" srcId="{1EB44EB3-E667-4CE1-99A1-C7C8CD2CFCDE}" destId="{6FBE1346-517C-4B29-B2CE-119F6733194D}" srcOrd="2" destOrd="0" presId="urn:microsoft.com/office/officeart/2018/2/layout/IconCircleList"/>
    <dgm:cxn modelId="{FC612C1B-BED6-4EB8-BD20-1C613B65EFAB}" type="presParOf" srcId="{1EB44EB3-E667-4CE1-99A1-C7C8CD2CFCDE}" destId="{F815EADA-2BFD-4EC6-AED7-780420FC69F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76321912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3FD083EA-3EFC-4DCB-A208-DD4F24AE3AED}">
      <dsp:nvSpPr>
        <dsp:cNvPr id="237505375" name=""/>
        <dsp:cNvSpPr/>
      </dsp:nvSpPr>
      <dsp:spPr bwMode="auto"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A8BC8CD6-8738-41EA-9E71-3CD4C9AF2582}">
      <dsp:nvSpPr>
        <dsp:cNvPr id="388580244" name=""/>
        <dsp:cNvSpPr/>
      </dsp:nvSpPr>
      <dsp:spPr bwMode="auto">
        <a:xfrm>
          <a:off x="375988" y="280191"/>
          <a:ext cx="683614" cy="683614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CF9AC71-54D6-40B6-9BBF-6121431AFEF9}">
      <dsp:nvSpPr>
        <dsp:cNvPr id="1889194040" name=""/>
        <dsp:cNvSpPr/>
      </dsp:nvSpPr>
      <dsp:spPr bwMode="auto"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Task Management Web Service</a:t>
          </a:r>
          <a:endParaRPr lang="en-US" sz="2500"/>
        </a:p>
      </dsp:txBody>
      <dsp:txXfrm>
        <a:off x="1435590" y="531"/>
        <a:ext cx="9080009" cy="1242935"/>
      </dsp:txXfrm>
    </dsp:sp>
    <dsp:sp modelId="{23E5BB99-2328-448B-8669-6667B3706BCD}">
      <dsp:nvSpPr>
        <dsp:cNvPr id="662444649" name=""/>
        <dsp:cNvSpPr/>
      </dsp:nvSpPr>
      <dsp:spPr bwMode="auto"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B63312C8-A8E7-471C-BDC7-E288FC589C93}">
      <dsp:nvSpPr>
        <dsp:cNvPr id="358548269" name=""/>
        <dsp:cNvSpPr/>
      </dsp:nvSpPr>
      <dsp:spPr bwMode="auto">
        <a:xfrm>
          <a:off x="375988" y="1833861"/>
          <a:ext cx="683614" cy="683614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5AA2DC6-EB90-4377-85A4-827E380A0EE9}">
      <dsp:nvSpPr>
        <dsp:cNvPr id="1584759977" name=""/>
        <dsp:cNvSpPr/>
      </dsp:nvSpPr>
      <dsp:spPr bwMode="auto"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Simple, scalable, role-based system</a:t>
          </a:r>
          <a:endParaRPr lang="en-US" sz="2500"/>
        </a:p>
      </dsp:txBody>
      <dsp:txXfrm>
        <a:off x="1435590" y="1554201"/>
        <a:ext cx="9080009" cy="1242935"/>
      </dsp:txXfrm>
    </dsp:sp>
    <dsp:sp modelId="{84A5270B-C85B-44A0-BE08-AE3E6BD0D9F3}">
      <dsp:nvSpPr>
        <dsp:cNvPr id="1378598214" name=""/>
        <dsp:cNvSpPr/>
      </dsp:nvSpPr>
      <dsp:spPr bwMode="auto"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CA7E8371-02DB-4E6B-BDD4-4E6725844AB0}">
      <dsp:nvSpPr>
        <dsp:cNvPr id="1465682059" name=""/>
        <dsp:cNvSpPr/>
      </dsp:nvSpPr>
      <dsp:spPr bwMode="auto">
        <a:xfrm>
          <a:off x="375988" y="3387531"/>
          <a:ext cx="683614" cy="683614"/>
        </a:xfrm>
        <a:prstGeom prst="rect">
          <a:avLst/>
        </a:prstGeom>
        <a:blipFill rotWithShape="1">
          <a:blip r:embed="rId5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F0C4A8-9922-4E19-BD57-11A092C0AE8A}">
      <dsp:nvSpPr>
        <dsp:cNvPr id="1703612285" name=""/>
        <dsp:cNvSpPr/>
      </dsp:nvSpPr>
      <dsp:spPr bwMode="auto"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Designed for teams &amp; project collaboration</a:t>
          </a:r>
          <a:endParaRPr lang="en-US" sz="250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56473211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3FD083EA-3EFC-4DCB-A208-DD4F24AE3AED}">
      <dsp:nvSpPr>
        <dsp:cNvPr id="490009396" name=""/>
        <dsp:cNvSpPr/>
      </dsp:nvSpPr>
      <dsp:spPr bwMode="auto">
        <a:xfrm>
          <a:off x="0" y="531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A8BC8CD6-8738-41EA-9E71-3CD4C9AF2582}">
      <dsp:nvSpPr>
        <dsp:cNvPr id="1167604846" name=""/>
        <dsp:cNvSpPr/>
      </dsp:nvSpPr>
      <dsp:spPr bwMode="auto">
        <a:xfrm>
          <a:off x="375987" y="280190"/>
          <a:ext cx="683613" cy="683613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CF9AC71-54D6-40B6-9BBF-6121431AFEF9}">
      <dsp:nvSpPr>
        <dsp:cNvPr id="1900683828" name=""/>
        <dsp:cNvSpPr/>
      </dsp:nvSpPr>
      <dsp:spPr bwMode="auto">
        <a:xfrm>
          <a:off x="1435590" y="531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Task Management Web Service</a:t>
          </a:r>
          <a:endParaRPr lang="en-US" sz="2500"/>
        </a:p>
      </dsp:txBody>
      <dsp:txXfrm>
        <a:off x="1435590" y="531"/>
        <a:ext cx="9080008" cy="1242934"/>
      </dsp:txXfrm>
    </dsp:sp>
    <dsp:sp modelId="{23E5BB99-2328-448B-8669-6667B3706BCD}">
      <dsp:nvSpPr>
        <dsp:cNvPr id="559105046" name=""/>
        <dsp:cNvSpPr/>
      </dsp:nvSpPr>
      <dsp:spPr bwMode="auto">
        <a:xfrm>
          <a:off x="0" y="1554201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B63312C8-A8E7-471C-BDC7-E288FC589C93}">
      <dsp:nvSpPr>
        <dsp:cNvPr id="487216960" name=""/>
        <dsp:cNvSpPr/>
      </dsp:nvSpPr>
      <dsp:spPr bwMode="auto">
        <a:xfrm>
          <a:off x="375987" y="1833860"/>
          <a:ext cx="683613" cy="683613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5AA2DC6-EB90-4377-85A4-827E380A0EE9}">
      <dsp:nvSpPr>
        <dsp:cNvPr id="823474157" name=""/>
        <dsp:cNvSpPr/>
      </dsp:nvSpPr>
      <dsp:spPr bwMode="auto">
        <a:xfrm>
          <a:off x="1435590" y="1554201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Simple, scalable, role-based system</a:t>
          </a:r>
          <a:endParaRPr lang="en-US" sz="2500"/>
        </a:p>
      </dsp:txBody>
      <dsp:txXfrm>
        <a:off x="1435590" y="1554201"/>
        <a:ext cx="9080008" cy="1242934"/>
      </dsp:txXfrm>
    </dsp:sp>
    <dsp:sp modelId="{84A5270B-C85B-44A0-BE08-AE3E6BD0D9F3}">
      <dsp:nvSpPr>
        <dsp:cNvPr id="1572511470" name=""/>
        <dsp:cNvSpPr/>
      </dsp:nvSpPr>
      <dsp:spPr bwMode="auto">
        <a:xfrm>
          <a:off x="0" y="3107869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CA7E8371-02DB-4E6B-BDD4-4E6725844AB0}">
      <dsp:nvSpPr>
        <dsp:cNvPr id="259138806" name=""/>
        <dsp:cNvSpPr/>
      </dsp:nvSpPr>
      <dsp:spPr bwMode="auto">
        <a:xfrm>
          <a:off x="375987" y="3387530"/>
          <a:ext cx="683613" cy="683613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F0C4A8-9922-4E19-BD57-11A092C0AE8A}">
      <dsp:nvSpPr>
        <dsp:cNvPr id="779761388" name=""/>
        <dsp:cNvSpPr/>
      </dsp:nvSpPr>
      <dsp:spPr bwMode="auto">
        <a:xfrm>
          <a:off x="1435590" y="3107869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Designed for teams &amp; project collaboration</a:t>
          </a:r>
          <a:endParaRPr lang="en-US" sz="2500"/>
        </a:p>
      </dsp:txBody>
      <dsp:txXfrm>
        <a:off x="1435590" y="3107869"/>
        <a:ext cx="9080008" cy="1242934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22067626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7BD869FC-B461-4CFA-8B81-9E82518E424C}">
      <dsp:nvSpPr>
        <dsp:cNvPr id="59090498" name=""/>
        <dsp:cNvSpPr/>
      </dsp:nvSpPr>
      <dsp:spPr bwMode="auto">
        <a:xfrm>
          <a:off x="0" y="180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511ED16-F34E-4AD6-B66D-3F70BA517240}">
      <dsp:nvSpPr>
        <dsp:cNvPr id="1722186361" name=""/>
        <dsp:cNvSpPr/>
      </dsp:nvSpPr>
      <dsp:spPr bwMode="auto">
        <a:xfrm>
          <a:off x="276881" y="207750"/>
          <a:ext cx="503420" cy="503420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CB23EAF-429C-456E-8642-801A780F6054}">
      <dsp:nvSpPr>
        <dsp:cNvPr id="1035351480" name=""/>
        <dsp:cNvSpPr/>
      </dsp:nvSpPr>
      <dsp:spPr bwMode="auto">
        <a:xfrm>
          <a:off x="1057183" y="180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Create and delete tasks</a:t>
          </a:r>
          <a:endParaRPr lang="en-US" sz="2200"/>
        </a:p>
      </dsp:txBody>
      <dsp:txXfrm>
        <a:off x="1057183" y="1804"/>
        <a:ext cx="9458416" cy="915310"/>
      </dsp:txXfrm>
    </dsp:sp>
    <dsp:sp modelId="{CC426A96-FFDB-4266-A757-CD996B6C4DB4}">
      <dsp:nvSpPr>
        <dsp:cNvPr id="481245777" name=""/>
        <dsp:cNvSpPr/>
      </dsp:nvSpPr>
      <dsp:spPr bwMode="auto"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988A234-0E14-48AC-8EB6-6A70D849B03F}">
      <dsp:nvSpPr>
        <dsp:cNvPr id="585864106" name=""/>
        <dsp:cNvSpPr/>
      </dsp:nvSpPr>
      <dsp:spPr bwMode="auto">
        <a:xfrm>
          <a:off x="276881" y="1351889"/>
          <a:ext cx="503420" cy="503420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4D01CF91-04D6-4181-87C6-F387D13098CC}">
      <dsp:nvSpPr>
        <dsp:cNvPr id="1421503734" name=""/>
        <dsp:cNvSpPr/>
      </dsp:nvSpPr>
      <dsp:spPr bwMode="auto"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Asign tasks to team members</a:t>
          </a:r>
          <a:endParaRPr lang="en-US" sz="2200"/>
        </a:p>
      </dsp:txBody>
      <dsp:txXfrm>
        <a:off x="1057183" y="1145944"/>
        <a:ext cx="9458416" cy="915310"/>
      </dsp:txXfrm>
    </dsp:sp>
    <dsp:sp modelId="{2E6C152C-E176-4EF6-A215-A5A239D3187B}">
      <dsp:nvSpPr>
        <dsp:cNvPr id="92632996" name=""/>
        <dsp:cNvSpPr/>
      </dsp:nvSpPr>
      <dsp:spPr bwMode="auto"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4B674C94-901C-4D64-A9CE-27A8F67F7D24}">
      <dsp:nvSpPr>
        <dsp:cNvPr id="1304025931" name=""/>
        <dsp:cNvSpPr/>
      </dsp:nvSpPr>
      <dsp:spPr bwMode="auto">
        <a:xfrm>
          <a:off x="276881" y="2496027"/>
          <a:ext cx="503420" cy="503420"/>
        </a:xfrm>
        <a:prstGeom prst="rect">
          <a:avLst/>
        </a:prstGeom>
        <a:blipFill rotWithShape="1">
          <a:blip r:embed="rId5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111DF8C-E82B-4F1B-8F95-841691900A1C}">
      <dsp:nvSpPr>
        <dsp:cNvPr id="1327979765" name=""/>
        <dsp:cNvSpPr/>
      </dsp:nvSpPr>
      <dsp:spPr bwMode="auto"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Update :</a:t>
          </a:r>
          <a:endParaRPr lang="en-US" sz="2200"/>
        </a:p>
      </dsp:txBody>
      <dsp:txXfrm>
        <a:off x="1057183" y="2290082"/>
        <a:ext cx="4732020" cy="915310"/>
      </dsp:txXfrm>
    </dsp:sp>
    <dsp:sp modelId="{5333471D-7F93-4B45-9FEF-B14C742E1E7E}">
      <dsp:nvSpPr>
        <dsp:cNvPr id="1687274108" name=""/>
        <dsp:cNvSpPr/>
      </dsp:nvSpPr>
      <dsp:spPr bwMode="auto">
        <a:xfrm>
          <a:off x="2894617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Status (</a:t>
          </a:r>
          <a:r>
            <a:rPr lang="de-DE" sz="1800"/>
            <a:t>To</a:t>
          </a:r>
          <a:r>
            <a:rPr lang="de-DE" sz="1800"/>
            <a:t> Do / In Progress / </a:t>
          </a:r>
          <a:r>
            <a:rPr lang="de-DE" sz="1800"/>
            <a:t>Done</a:t>
          </a:r>
          <a:r>
            <a:rPr lang="de-DE" sz="1800"/>
            <a:t>  … )</a:t>
          </a:r>
          <a:endParaRPr lang="en-US" sz="1800"/>
        </a:p>
        <a:p>
          <a:pPr marL="0" lvl="0" indent="0" algn="l" defTabSz="8001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Priority ( Low / Medium / High )</a:t>
          </a:r>
          <a:endParaRPr lang="en-US" sz="1800"/>
        </a:p>
      </dsp:txBody>
      <dsp:txXfrm>
        <a:off x="2894617" y="2290082"/>
        <a:ext cx="4726396" cy="915310"/>
      </dsp:txXfrm>
    </dsp:sp>
    <dsp:sp modelId="{38E6E0BD-BD6C-43C7-A2D3-69B663BD8BB7}">
      <dsp:nvSpPr>
        <dsp:cNvPr id="2004871367" name=""/>
        <dsp:cNvSpPr/>
      </dsp:nvSpPr>
      <dsp:spPr bwMode="auto"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7DE821EB-5612-4580-8DF1-296BC174EFA6}">
      <dsp:nvSpPr>
        <dsp:cNvPr id="354463806" name=""/>
        <dsp:cNvSpPr/>
      </dsp:nvSpPr>
      <dsp:spPr bwMode="auto">
        <a:xfrm>
          <a:off x="276881" y="3640166"/>
          <a:ext cx="503420" cy="503420"/>
        </a:xfrm>
        <a:prstGeom prst="rect">
          <a:avLst/>
        </a:prstGeom>
        <a:blipFill rotWithShape="1">
          <a:blip r:embed="rId7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C4D41BC0-FF9B-4804-930A-EA4D29800FC2}">
      <dsp:nvSpPr>
        <dsp:cNvPr id="1524461850" name=""/>
        <dsp:cNvSpPr/>
      </dsp:nvSpPr>
      <dsp:spPr bwMode="auto"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Add labels / epics for categorization</a:t>
          </a:r>
          <a:endParaRPr lang="en-US" sz="2200"/>
        </a:p>
      </dsp:txBody>
      <dsp:txXfrm>
        <a:off x="1057183" y="3434221"/>
        <a:ext cx="9458416" cy="915310"/>
      </dsp:txXfrm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461870592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7BD869FC-B461-4CFA-8B81-9E82518E424C}">
      <dsp:nvSpPr>
        <dsp:cNvPr id="368470367" name=""/>
        <dsp:cNvSpPr/>
      </dsp:nvSpPr>
      <dsp:spPr bwMode="auto">
        <a:xfrm>
          <a:off x="0" y="1804"/>
          <a:ext cx="10515600" cy="915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511ED16-F34E-4AD6-B66D-3F70BA517240}">
      <dsp:nvSpPr>
        <dsp:cNvPr id="2097951971" name=""/>
        <dsp:cNvSpPr/>
      </dsp:nvSpPr>
      <dsp:spPr bwMode="auto">
        <a:xfrm>
          <a:off x="276880" y="207749"/>
          <a:ext cx="503419" cy="503419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CB23EAF-429C-456E-8642-801A780F6054}">
      <dsp:nvSpPr>
        <dsp:cNvPr id="798494182" name=""/>
        <dsp:cNvSpPr/>
      </dsp:nvSpPr>
      <dsp:spPr bwMode="auto">
        <a:xfrm>
          <a:off x="1057182" y="1804"/>
          <a:ext cx="9458415" cy="91530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69" tIns="96869" rIns="96869" bIns="96869" numCol="1" spcCol="1269" anchor="ctr" anchorCtr="0">
          <a:noAutofit/>
        </a:bodyPr>
        <a:lstStyle/>
        <a:p>
          <a:pPr marL="0" lvl="0" indent="0" algn="l" defTabSz="97789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Create and delete tasks</a:t>
          </a:r>
          <a:endParaRPr lang="en-US" sz="2200"/>
        </a:p>
      </dsp:txBody>
      <dsp:txXfrm>
        <a:off x="1057182" y="1804"/>
        <a:ext cx="9458415" cy="915309"/>
      </dsp:txXfrm>
    </dsp:sp>
    <dsp:sp modelId="{CC426A96-FFDB-4266-A757-CD996B6C4DB4}">
      <dsp:nvSpPr>
        <dsp:cNvPr id="841251012" name=""/>
        <dsp:cNvSpPr/>
      </dsp:nvSpPr>
      <dsp:spPr bwMode="auto">
        <a:xfrm>
          <a:off x="0" y="1145943"/>
          <a:ext cx="10515600" cy="915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988A234-0E14-48AC-8EB6-6A70D849B03F}">
      <dsp:nvSpPr>
        <dsp:cNvPr id="1171984793" name=""/>
        <dsp:cNvSpPr/>
      </dsp:nvSpPr>
      <dsp:spPr bwMode="auto">
        <a:xfrm>
          <a:off x="276880" y="1351888"/>
          <a:ext cx="503419" cy="503419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4D01CF91-04D6-4181-87C6-F387D13098CC}">
      <dsp:nvSpPr>
        <dsp:cNvPr id="1201792039" name=""/>
        <dsp:cNvSpPr/>
      </dsp:nvSpPr>
      <dsp:spPr bwMode="auto">
        <a:xfrm>
          <a:off x="1057182" y="1145943"/>
          <a:ext cx="9458415" cy="91530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69" tIns="96869" rIns="96869" bIns="96869" numCol="1" spcCol="1269" anchor="ctr" anchorCtr="0">
          <a:noAutofit/>
        </a:bodyPr>
        <a:lstStyle/>
        <a:p>
          <a:pPr marL="0" lvl="0" indent="0" algn="l" defTabSz="97789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Asign tasks to team members</a:t>
          </a:r>
          <a:endParaRPr lang="en-US" sz="2200"/>
        </a:p>
      </dsp:txBody>
      <dsp:txXfrm>
        <a:off x="1057182" y="1145943"/>
        <a:ext cx="9458415" cy="915309"/>
      </dsp:txXfrm>
    </dsp:sp>
    <dsp:sp modelId="{2E6C152C-E176-4EF6-A215-A5A239D3187B}">
      <dsp:nvSpPr>
        <dsp:cNvPr id="1259955167" name=""/>
        <dsp:cNvSpPr/>
      </dsp:nvSpPr>
      <dsp:spPr bwMode="auto">
        <a:xfrm>
          <a:off x="0" y="2290081"/>
          <a:ext cx="10515600" cy="915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4B674C94-901C-4D64-A9CE-27A8F67F7D24}">
      <dsp:nvSpPr>
        <dsp:cNvPr id="1956611134" name=""/>
        <dsp:cNvSpPr/>
      </dsp:nvSpPr>
      <dsp:spPr bwMode="auto">
        <a:xfrm>
          <a:off x="276880" y="2496026"/>
          <a:ext cx="503419" cy="503419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111DF8C-E82B-4F1B-8F95-841691900A1C}">
      <dsp:nvSpPr>
        <dsp:cNvPr id="371745797" name=""/>
        <dsp:cNvSpPr/>
      </dsp:nvSpPr>
      <dsp:spPr bwMode="auto">
        <a:xfrm>
          <a:off x="1057182" y="2290081"/>
          <a:ext cx="4732020" cy="91530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69" tIns="96869" rIns="96869" bIns="96869" numCol="1" spcCol="1269" anchor="ctr" anchorCtr="0">
          <a:noAutofit/>
        </a:bodyPr>
        <a:lstStyle/>
        <a:p>
          <a:pPr marL="0" lvl="0" indent="0" algn="l" defTabSz="97789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Update :</a:t>
          </a:r>
          <a:endParaRPr lang="en-US" sz="2200"/>
        </a:p>
      </dsp:txBody>
      <dsp:txXfrm>
        <a:off x="1057182" y="2290081"/>
        <a:ext cx="4732020" cy="915309"/>
      </dsp:txXfrm>
    </dsp:sp>
    <dsp:sp modelId="{5333471D-7F93-4B45-9FEF-B14C742E1E7E}">
      <dsp:nvSpPr>
        <dsp:cNvPr id="1925196630" name=""/>
        <dsp:cNvSpPr/>
      </dsp:nvSpPr>
      <dsp:spPr bwMode="auto">
        <a:xfrm>
          <a:off x="2894616" y="2290081"/>
          <a:ext cx="4726395" cy="91530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69" tIns="96869" rIns="96869" bIns="96869" numCol="1" spcCol="1269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Status (</a:t>
          </a:r>
          <a:r>
            <a:rPr lang="de-DE" sz="1800"/>
            <a:t>To</a:t>
          </a:r>
          <a:r>
            <a:rPr lang="de-DE" sz="1800"/>
            <a:t> Do / In Progress / </a:t>
          </a:r>
          <a:r>
            <a:rPr lang="de-DE" sz="1800"/>
            <a:t>Done</a:t>
          </a:r>
          <a:r>
            <a:rPr lang="de-DE" sz="1800"/>
            <a:t>  … )</a:t>
          </a:r>
          <a:endParaRPr lang="en-US" sz="1800"/>
        </a:p>
        <a:p>
          <a:pPr marL="0" lvl="0" indent="0" algn="l" defTabSz="8001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800"/>
            <a:t>Priority ( Low / Medium / High )</a:t>
          </a:r>
          <a:endParaRPr lang="en-US" sz="1800"/>
        </a:p>
      </dsp:txBody>
      <dsp:txXfrm>
        <a:off x="2894616" y="2290081"/>
        <a:ext cx="4726395" cy="915309"/>
      </dsp:txXfrm>
    </dsp:sp>
    <dsp:sp modelId="{38E6E0BD-BD6C-43C7-A2D3-69B663BD8BB7}">
      <dsp:nvSpPr>
        <dsp:cNvPr id="388773344" name=""/>
        <dsp:cNvSpPr/>
      </dsp:nvSpPr>
      <dsp:spPr bwMode="auto">
        <a:xfrm>
          <a:off x="0" y="3434220"/>
          <a:ext cx="10515600" cy="915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7DE821EB-5612-4580-8DF1-296BC174EFA6}">
      <dsp:nvSpPr>
        <dsp:cNvPr id="1971408455" name=""/>
        <dsp:cNvSpPr/>
      </dsp:nvSpPr>
      <dsp:spPr bwMode="auto">
        <a:xfrm>
          <a:off x="276880" y="3640165"/>
          <a:ext cx="503419" cy="503419"/>
        </a:xfrm>
        <a:prstGeom prst="rect">
          <a:avLst/>
        </a:prstGeom>
        <a:blipFill rotWithShape="1">
          <a:blip r:embed="rId4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C4D41BC0-FF9B-4804-930A-EA4D29800FC2}">
      <dsp:nvSpPr>
        <dsp:cNvPr id="423598046" name=""/>
        <dsp:cNvSpPr/>
      </dsp:nvSpPr>
      <dsp:spPr bwMode="auto">
        <a:xfrm>
          <a:off x="1057182" y="3434220"/>
          <a:ext cx="9458415" cy="915309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6869" tIns="96869" rIns="96869" bIns="96869" numCol="1" spcCol="1269" anchor="ctr" anchorCtr="0">
          <a:noAutofit/>
        </a:bodyPr>
        <a:lstStyle/>
        <a:p>
          <a:pPr marL="0" lvl="0" indent="0" algn="l" defTabSz="97789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200"/>
            <a:t>Add labels / epics for categorization</a:t>
          </a:r>
          <a:endParaRPr lang="en-US" sz="2200"/>
        </a:p>
      </dsp:txBody>
      <dsp:txXfrm>
        <a:off x="1057182" y="3434220"/>
        <a:ext cx="9458415" cy="915309"/>
      </dsp:txXfrm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92092347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3FD083EA-3EFC-4DCB-A208-DD4F24AE3AED}">
      <dsp:nvSpPr>
        <dsp:cNvPr id="768120274" name=""/>
        <dsp:cNvSpPr/>
      </dsp:nvSpPr>
      <dsp:spPr bwMode="auto">
        <a:xfrm>
          <a:off x="0" y="531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A8BC8CD6-8738-41EA-9E71-3CD4C9AF2582}">
      <dsp:nvSpPr>
        <dsp:cNvPr id="844678218" name=""/>
        <dsp:cNvSpPr/>
      </dsp:nvSpPr>
      <dsp:spPr bwMode="auto">
        <a:xfrm>
          <a:off x="375987" y="280190"/>
          <a:ext cx="683613" cy="683613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CF9AC71-54D6-40B6-9BBF-6121431AFEF9}">
      <dsp:nvSpPr>
        <dsp:cNvPr id="1818151053" name=""/>
        <dsp:cNvSpPr/>
      </dsp:nvSpPr>
      <dsp:spPr bwMode="auto">
        <a:xfrm>
          <a:off x="1435590" y="531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Task Management Web Service</a:t>
          </a:r>
          <a:endParaRPr lang="en-US" sz="2500"/>
        </a:p>
      </dsp:txBody>
      <dsp:txXfrm>
        <a:off x="1435590" y="531"/>
        <a:ext cx="9080008" cy="1242934"/>
      </dsp:txXfrm>
    </dsp:sp>
    <dsp:sp modelId="{23E5BB99-2328-448B-8669-6667B3706BCD}">
      <dsp:nvSpPr>
        <dsp:cNvPr id="1790562593" name=""/>
        <dsp:cNvSpPr/>
      </dsp:nvSpPr>
      <dsp:spPr bwMode="auto">
        <a:xfrm>
          <a:off x="0" y="1554201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B63312C8-A8E7-471C-BDC7-E288FC589C93}">
      <dsp:nvSpPr>
        <dsp:cNvPr id="1719304720" name=""/>
        <dsp:cNvSpPr/>
      </dsp:nvSpPr>
      <dsp:spPr bwMode="auto">
        <a:xfrm>
          <a:off x="375987" y="1833860"/>
          <a:ext cx="683613" cy="683613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5AA2DC6-EB90-4377-85A4-827E380A0EE9}">
      <dsp:nvSpPr>
        <dsp:cNvPr id="1790493863" name=""/>
        <dsp:cNvSpPr/>
      </dsp:nvSpPr>
      <dsp:spPr bwMode="auto">
        <a:xfrm>
          <a:off x="1435590" y="1554201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Simple, scalable, role-based system</a:t>
          </a:r>
          <a:endParaRPr lang="en-US" sz="2500"/>
        </a:p>
      </dsp:txBody>
      <dsp:txXfrm>
        <a:off x="1435590" y="1554201"/>
        <a:ext cx="9080008" cy="1242934"/>
      </dsp:txXfrm>
    </dsp:sp>
    <dsp:sp modelId="{84A5270B-C85B-44A0-BE08-AE3E6BD0D9F3}">
      <dsp:nvSpPr>
        <dsp:cNvPr id="1548285341" name=""/>
        <dsp:cNvSpPr/>
      </dsp:nvSpPr>
      <dsp:spPr bwMode="auto">
        <a:xfrm>
          <a:off x="0" y="3107869"/>
          <a:ext cx="10515600" cy="12429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CA7E8371-02DB-4E6B-BDD4-4E6725844AB0}">
      <dsp:nvSpPr>
        <dsp:cNvPr id="1981146411" name=""/>
        <dsp:cNvSpPr/>
      </dsp:nvSpPr>
      <dsp:spPr bwMode="auto">
        <a:xfrm>
          <a:off x="375987" y="3387530"/>
          <a:ext cx="683613" cy="683613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F0C4A8-9922-4E19-BD57-11A092C0AE8A}">
      <dsp:nvSpPr>
        <dsp:cNvPr id="697020215" name=""/>
        <dsp:cNvSpPr/>
      </dsp:nvSpPr>
      <dsp:spPr bwMode="auto">
        <a:xfrm>
          <a:off x="1435590" y="3107869"/>
          <a:ext cx="9080008" cy="124293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1544" tIns="131544" rIns="131544" bIns="131544" numCol="1" spcCol="1269" anchor="ctr" anchorCtr="0">
          <a:noAutofit/>
        </a:bodyPr>
        <a:lstStyle/>
        <a:p>
          <a:pPr marL="0" lvl="0" indent="0" algn="l" defTabSz="1111249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500"/>
            <a:t>Designed for teams &amp; project collaboration</a:t>
          </a:r>
          <a:endParaRPr lang="en-US" sz="2500"/>
        </a:p>
      </dsp:txBody>
      <dsp:txXfrm>
        <a:off x="1435590" y="3107869"/>
        <a:ext cx="9080008" cy="1242934"/>
      </dsp:txXfrm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96900081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726C3F58-D1DC-4AAF-932C-7429E03E6ADB}">
      <dsp:nvSpPr>
        <dsp:cNvPr id="1689023296" name=""/>
        <dsp:cNvSpPr/>
      </dsp:nvSpPr>
      <dsp:spPr bwMode="auto">
        <a:xfrm>
          <a:off x="393" y="841903"/>
          <a:ext cx="1098562" cy="1098562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2684D61C-76CA-4608-883A-51C06A0EF12C}">
      <dsp:nvSpPr>
        <dsp:cNvPr id="692438762" name=""/>
        <dsp:cNvSpPr/>
      </dsp:nvSpPr>
      <dsp:spPr bwMode="auto">
        <a:xfrm>
          <a:off x="393" y="205516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de-DE" sz="1500"/>
            <a:t>Filter tasks by:</a:t>
          </a:r>
          <a:endParaRPr lang="en-US" sz="1500"/>
        </a:p>
      </dsp:txBody>
      <dsp:txXfrm>
        <a:off x="393" y="2055169"/>
        <a:ext cx="3138750" cy="470812"/>
      </dsp:txXfrm>
    </dsp:sp>
    <dsp:sp modelId="{47FB293C-3F54-4246-8A95-8E74AB5B9CA2}">
      <dsp:nvSpPr>
        <dsp:cNvPr id="72819651" name=""/>
        <dsp:cNvSpPr/>
      </dsp:nvSpPr>
      <dsp:spPr bwMode="auto">
        <a:xfrm>
          <a:off x="393" y="2579332"/>
          <a:ext cx="313875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/>
            <a:t>Assigned</a:t>
          </a:r>
          <a:r>
            <a:rPr lang="de-DE" sz="1600"/>
            <a:t> </a:t>
          </a:r>
          <a:r>
            <a:rPr lang="de-DE" sz="1600"/>
            <a:t>user</a:t>
          </a:r>
          <a:endParaRPr lang="en-US" sz="1600"/>
        </a:p>
        <a:p>
          <a:pPr marL="0" lvl="0" indent="0" algn="l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/>
            <a:t>Priority</a:t>
          </a:r>
          <a:endParaRPr lang="en-US" sz="1600"/>
        </a:p>
        <a:p>
          <a:pPr marL="0" lvl="0" indent="0" algn="l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/>
            <a:t>Status</a:t>
          </a:r>
          <a:endParaRPr lang="en-US" sz="1600"/>
        </a:p>
      </dsp:txBody>
      <dsp:txXfrm>
        <a:off x="393" y="2579332"/>
        <a:ext cx="3138750" cy="930102"/>
      </dsp:txXfrm>
    </dsp:sp>
    <dsp:sp modelId="{6EE03D86-E861-4841-95A0-2D577D4FA2E7}">
      <dsp:nvSpPr>
        <dsp:cNvPr id="1081094045" name=""/>
        <dsp:cNvSpPr/>
      </dsp:nvSpPr>
      <dsp:spPr bwMode="auto">
        <a:xfrm>
          <a:off x="3688425" y="841903"/>
          <a:ext cx="1098562" cy="1098562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77F1C449-4274-46BA-B22F-8584C994515C}">
      <dsp:nvSpPr>
        <dsp:cNvPr id="425928802" name=""/>
        <dsp:cNvSpPr/>
      </dsp:nvSpPr>
      <dsp:spPr bwMode="auto">
        <a:xfrm>
          <a:off x="3688425" y="205516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de-DE" sz="1500"/>
            <a:t>Keyword-based search</a:t>
          </a:r>
          <a:endParaRPr lang="en-US" sz="1500"/>
        </a:p>
      </dsp:txBody>
      <dsp:txXfrm>
        <a:off x="3688425" y="2055169"/>
        <a:ext cx="3138750" cy="470812"/>
      </dsp:txXfrm>
    </dsp:sp>
    <dsp:sp modelId="{A86F4341-0780-4C7C-B26A-B3E8835E803A}">
      <dsp:nvSpPr>
        <dsp:cNvPr id="1232023052" name=""/>
        <dsp:cNvSpPr/>
      </dsp:nvSpPr>
      <dsp:spPr bwMode="auto">
        <a:xfrm>
          <a:off x="3688425" y="2579332"/>
          <a:ext cx="313875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2E3FF2DD-93A5-4B9D-AF8A-7DB593C73B72}">
      <dsp:nvSpPr>
        <dsp:cNvPr id="381112603" name=""/>
        <dsp:cNvSpPr/>
      </dsp:nvSpPr>
      <dsp:spPr bwMode="auto">
        <a:xfrm>
          <a:off x="7376456" y="841903"/>
          <a:ext cx="1098562" cy="1098562"/>
        </a:xfrm>
        <a:prstGeom prst="rect">
          <a:avLst/>
        </a:prstGeom>
        <a:blipFill rotWithShape="1">
          <a:blip r:embed="rId4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38F6383-1394-4517-A005-983588E2E49E}">
      <dsp:nvSpPr>
        <dsp:cNvPr id="154546530" name=""/>
        <dsp:cNvSpPr/>
      </dsp:nvSpPr>
      <dsp:spPr bwMode="auto">
        <a:xfrm>
          <a:off x="7376456" y="205516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  <a:defRPr b="1"/>
          </a:pPr>
          <a:r>
            <a:rPr lang="de-DE" sz="1500"/>
            <a:t>Improves productivity &amp; navigation</a:t>
          </a:r>
          <a:endParaRPr lang="en-US" sz="1500"/>
        </a:p>
      </dsp:txBody>
      <dsp:txXfrm>
        <a:off x="7376456" y="2055169"/>
        <a:ext cx="3138750" cy="470812"/>
      </dsp:txXfrm>
    </dsp:sp>
    <dsp:sp modelId="{78078300-3CF3-417B-8519-A87125439218}">
      <dsp:nvSpPr>
        <dsp:cNvPr id="577816971" name=""/>
        <dsp:cNvSpPr/>
      </dsp:nvSpPr>
      <dsp:spPr bwMode="auto">
        <a:xfrm>
          <a:off x="7376456" y="2579332"/>
          <a:ext cx="313875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74639377" name=""/>
      <dsp:cNvGrpSpPr/>
    </dsp:nvGrpSpPr>
    <dsp:grpSpPr bwMode="auto">
      <a:xfrm rot="0">
        <a:off x="0" y="0"/>
        <a:ext cx="10119359" cy="3566160"/>
        <a:chOff x="0" y="0"/>
        <a:chExt cx="10119359" cy="3566160"/>
      </a:xfrm>
    </dsp:grpSpPr>
    <dsp:sp modelId="{53E41955-4E3B-4CE5-B8ED-D556AA7DB967}">
      <dsp:nvSpPr>
        <dsp:cNvPr id="1833335782" name=""/>
        <dsp:cNvSpPr/>
      </dsp:nvSpPr>
      <dsp:spPr bwMode="auto">
        <a:xfrm>
          <a:off x="145160" y="178712"/>
          <a:ext cx="1301244" cy="13012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A6E2EB79-57A2-456F-B49B-AE2413B3E957}">
      <dsp:nvSpPr>
        <dsp:cNvPr id="1931167943" name=""/>
        <dsp:cNvSpPr/>
      </dsp:nvSpPr>
      <dsp:spPr bwMode="auto">
        <a:xfrm>
          <a:off x="418421" y="451973"/>
          <a:ext cx="754721" cy="754721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8A0889A-A930-436C-9809-19741DD0BAEB}">
      <dsp:nvSpPr>
        <dsp:cNvPr id="204954343" name=""/>
        <dsp:cNvSpPr/>
      </dsp:nvSpPr>
      <dsp:spPr bwMode="auto">
        <a:xfrm>
          <a:off x="1725242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400"/>
            <a:t>Backlog-style overview</a:t>
          </a:r>
          <a:endParaRPr lang="en-US" sz="2400"/>
        </a:p>
      </dsp:txBody>
      <dsp:txXfrm>
        <a:off x="1725242" y="178712"/>
        <a:ext cx="3067218" cy="1301244"/>
      </dsp:txXfrm>
    </dsp:sp>
    <dsp:sp modelId="{FCFA2B0C-35C2-4B3F-A85B-C4F01A4F6198}">
      <dsp:nvSpPr>
        <dsp:cNvPr id="398433659" name=""/>
        <dsp:cNvSpPr/>
      </dsp:nvSpPr>
      <dsp:spPr bwMode="auto">
        <a:xfrm>
          <a:off x="5326899" y="178712"/>
          <a:ext cx="1301244" cy="13012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8C9C443-1C92-46C1-89B7-BA7DCA07918D}">
      <dsp:nvSpPr>
        <dsp:cNvPr id="351936372" name=""/>
        <dsp:cNvSpPr/>
      </dsp:nvSpPr>
      <dsp:spPr bwMode="auto">
        <a:xfrm>
          <a:off x="5600160" y="451973"/>
          <a:ext cx="754721" cy="754721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5C6BABD3-CA68-4A8F-8816-D838DD426E3D}">
      <dsp:nvSpPr>
        <dsp:cNvPr id="1178678806" name=""/>
        <dsp:cNvSpPr/>
      </dsp:nvSpPr>
      <dsp:spPr bwMode="auto">
        <a:xfrm>
          <a:off x="6906981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400"/>
            <a:t>Visual task grouping </a:t>
          </a:r>
          <a:endParaRPr lang="en-US" sz="2400"/>
        </a:p>
      </dsp:txBody>
      <dsp:txXfrm>
        <a:off x="6906981" y="178712"/>
        <a:ext cx="3067218" cy="1301244"/>
      </dsp:txXfrm>
    </dsp:sp>
    <dsp:sp modelId="{837B322E-BCBD-46ED-980F-742508AFC51C}">
      <dsp:nvSpPr>
        <dsp:cNvPr id="1076794729" name=""/>
        <dsp:cNvSpPr/>
      </dsp:nvSpPr>
      <dsp:spPr bwMode="auto">
        <a:xfrm>
          <a:off x="145160" y="2086203"/>
          <a:ext cx="1301244" cy="13012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C1AEA079-D23B-4E1C-ACA1-EFCD076D32FA}">
      <dsp:nvSpPr>
        <dsp:cNvPr id="42035395" name=""/>
        <dsp:cNvSpPr/>
      </dsp:nvSpPr>
      <dsp:spPr bwMode="auto">
        <a:xfrm>
          <a:off x="418421" y="2359464"/>
          <a:ext cx="754721" cy="754721"/>
        </a:xfrm>
        <a:prstGeom prst="rect">
          <a:avLst/>
        </a:prstGeom>
        <a:blipFill rotWithShape="1">
          <a:blip r:embed="rId5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68461FAB-A003-4DC1-B744-523D72A0C883}">
      <dsp:nvSpPr>
        <dsp:cNvPr id="1214154493" name=""/>
        <dsp:cNvSpPr/>
      </dsp:nvSpPr>
      <dsp:spPr bwMode="auto">
        <a:xfrm>
          <a:off x="1725242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400"/>
            <a:t>Track progress in real-time</a:t>
          </a:r>
          <a:endParaRPr lang="en-US" sz="2400"/>
        </a:p>
      </dsp:txBody>
      <dsp:txXfrm>
        <a:off x="1725242" y="2086203"/>
        <a:ext cx="3067218" cy="1301244"/>
      </dsp:txXfrm>
    </dsp:sp>
    <dsp:sp modelId="{C9416BC8-F8E4-4ECD-8781-729250EA29C7}">
      <dsp:nvSpPr>
        <dsp:cNvPr id="917165988" name=""/>
        <dsp:cNvSpPr/>
      </dsp:nvSpPr>
      <dsp:spPr bwMode="auto">
        <a:xfrm>
          <a:off x="5326899" y="2086203"/>
          <a:ext cx="1301244" cy="13012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AD142F6B-6067-4891-A0D1-7939C44ACA70}">
      <dsp:nvSpPr>
        <dsp:cNvPr id="977736593" name=""/>
        <dsp:cNvSpPr/>
      </dsp:nvSpPr>
      <dsp:spPr bwMode="auto">
        <a:xfrm>
          <a:off x="5600160" y="2359464"/>
          <a:ext cx="754721" cy="754721"/>
        </a:xfrm>
        <a:prstGeom prst="rect">
          <a:avLst/>
        </a:prstGeom>
        <a:blipFill rotWithShape="1">
          <a:blip r:embed="rId7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9067734-8F47-499D-95E2-45A56F5B9AF9}">
      <dsp:nvSpPr>
        <dsp:cNvPr id="744698830" name=""/>
        <dsp:cNvSpPr/>
      </dsp:nvSpPr>
      <dsp:spPr bwMode="auto">
        <a:xfrm>
          <a:off x="6906981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2400"/>
            <a:t>Helps managers monitor workload</a:t>
          </a:r>
          <a:endParaRPr lang="en-US" sz="2400"/>
        </a:p>
      </dsp:txBody>
      <dsp:txXfrm>
        <a:off x="6906981" y="2086203"/>
        <a:ext cx="3067218" cy="1301244"/>
      </dsp:txXfrm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491233774" name=""/>
      <dsp:cNvGrpSpPr/>
    </dsp:nvGrpSpPr>
    <dsp:grpSpPr bwMode="auto">
      <a:xfrm rot="0">
        <a:off x="0" y="0"/>
        <a:ext cx="10119359" cy="3566160"/>
        <a:chOff x="0" y="0"/>
        <a:chExt cx="10119359" cy="3566160"/>
      </a:xfrm>
    </dsp:grpSpPr>
    <dsp:sp modelId="{652B53C8-4533-4DAF-AA7E-7A29A1187A8D}">
      <dsp:nvSpPr>
        <dsp:cNvPr id="1849082251" name=""/>
        <dsp:cNvSpPr/>
      </dsp:nvSpPr>
      <dsp:spPr bwMode="auto">
        <a:xfrm>
          <a:off x="366183" y="1376212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CB764CA-E5ED-430C-BD1F-DDBA9164D01F}">
      <dsp:nvSpPr>
        <dsp:cNvPr id="958864744" name=""/>
        <dsp:cNvSpPr/>
      </dsp:nvSpPr>
      <dsp:spPr bwMode="auto">
        <a:xfrm>
          <a:off x="537067" y="1547097"/>
          <a:ext cx="471965" cy="471965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CE3752B9-1116-4F57-BBFE-A472A6B30EF1}">
      <dsp:nvSpPr>
        <dsp:cNvPr id="2078334620" name=""/>
        <dsp:cNvSpPr/>
      </dsp:nvSpPr>
      <dsp:spPr bwMode="auto">
        <a:xfrm>
          <a:off x="1354287" y="1376212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700"/>
            <a:t>Covers essentail project management needs</a:t>
          </a:r>
          <a:endParaRPr lang="en-US" sz="1700"/>
        </a:p>
      </dsp:txBody>
      <dsp:txXfrm>
        <a:off x="1354287" y="1376212"/>
        <a:ext cx="1918085" cy="813733"/>
      </dsp:txXfrm>
    </dsp:sp>
    <dsp:sp modelId="{0DCBCE1F-F760-4BA1-A88C-3B98FFC58B95}">
      <dsp:nvSpPr>
        <dsp:cNvPr id="1219516489" name=""/>
        <dsp:cNvSpPr/>
      </dsp:nvSpPr>
      <dsp:spPr bwMode="auto">
        <a:xfrm>
          <a:off x="3606585" y="1376212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2F2F2D81-F262-4EFD-8C5E-5477546E7871}">
      <dsp:nvSpPr>
        <dsp:cNvPr id="715175385" name=""/>
        <dsp:cNvSpPr/>
      </dsp:nvSpPr>
      <dsp:spPr bwMode="auto">
        <a:xfrm>
          <a:off x="3777468" y="1547097"/>
          <a:ext cx="471965" cy="471965"/>
        </a:xfrm>
        <a:prstGeom prst="rect">
          <a:avLst/>
        </a:prstGeom>
        <a:blipFill rotWithShape="1">
          <a:blip r:embed="rId3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EB52898C-9D6D-4A1D-96D3-8386F408BC80}">
      <dsp:nvSpPr>
        <dsp:cNvPr id="1247591627" name=""/>
        <dsp:cNvSpPr/>
      </dsp:nvSpPr>
      <dsp:spPr bwMode="auto">
        <a:xfrm>
          <a:off x="4594689" y="1376212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700"/>
            <a:t>Scalable and modular desgin</a:t>
          </a:r>
          <a:endParaRPr lang="en-US" sz="1700"/>
        </a:p>
      </dsp:txBody>
      <dsp:txXfrm>
        <a:off x="4594689" y="1376212"/>
        <a:ext cx="1918085" cy="813733"/>
      </dsp:txXfrm>
    </dsp:sp>
    <dsp:sp modelId="{D665EBF9-F84B-4766-923F-F37EF860DB1D}">
      <dsp:nvSpPr>
        <dsp:cNvPr id="479285220" name=""/>
        <dsp:cNvSpPr/>
      </dsp:nvSpPr>
      <dsp:spPr bwMode="auto">
        <a:xfrm>
          <a:off x="6846986" y="1376212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F6853287-A45A-4DE7-BB51-B12C888F4102}">
      <dsp:nvSpPr>
        <dsp:cNvPr id="1344763402" name=""/>
        <dsp:cNvSpPr/>
      </dsp:nvSpPr>
      <dsp:spPr bwMode="auto">
        <a:xfrm>
          <a:off x="7017870" y="1547097"/>
          <a:ext cx="471965" cy="471965"/>
        </a:xfrm>
        <a:prstGeom prst="rect">
          <a:avLst/>
        </a:prstGeom>
        <a:blipFill rotWithShape="1">
          <a:blip r:embed="rId5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F815EADA-2BFD-4EC6-AED7-780420FC69F0}">
      <dsp:nvSpPr>
        <dsp:cNvPr id="1260449342" name=""/>
        <dsp:cNvSpPr/>
      </dsp:nvSpPr>
      <dsp:spPr bwMode="auto">
        <a:xfrm>
          <a:off x="7835091" y="1376212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700"/>
            <a:t>Supports multiple user roles</a:t>
          </a:r>
          <a:endParaRPr lang="en-US" sz="1700"/>
        </a:p>
      </dsp:txBody>
      <dsp:txXfrm>
        <a:off x="7835091" y="1376212"/>
        <a:ext cx="1918085" cy="8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h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choose name="Name3">
      <dgm:if name="Name4" axis="ch" ptType="node" func="cnt" arg="none" op="lte" val="3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5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5" axis="ch" ptType="node" func="cnt" arg="none" op="lte" val="4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22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if name="Name6" axis="ch" ptType="node" func="cnt" arg="none" op="lte" val="6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9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300000" val="0"/>
          <dgm:constr type="w" for="ch" forName="compNode" ptType="all" refPtType="all" refType="w" refFor="self" op="none" fact="1.000000" val="0"/>
          <dgm:constr type="h" for="ch" forName="sibTrans" ptType="all" refPtType="all" refType="h" refFor="ch" refForName="compNode" op="none" fact="0.250000" val="0"/>
          <dgm:constr type="primFontSz" for="des" forName="parTx" ptType="all" refPtType="all" refType="none" refFor="self" op="none" fact="1.000000" val="16"/>
          <dgm:constr type="primFontSz" for="des" forName="desTx" ptType="all" refPtType="all" refType="primFontSz" refFor="des" refForName="parTx" op="lte" fact="0.750000" val="0"/>
          <dgm:constr type="h" for="des" forName="compNode" ptType="all" refPtType="all" refType="none" refFor="self" op="equ" fact="1.000000" val="0"/>
          <dgm:constr type="h" for="des" forName="bgRect" ptType="all" refPtType="all" refType="none" refFor="self" op="equ" fact="1.000000" val="0"/>
          <dgm:constr type="h" for="des" forName="iconRect" ptType="all" refPtType="all" refType="none" refFor="self" op="equ" fact="1.000000" val="0"/>
          <dgm:constr type="w" for="des" forName="iconRect" ptType="all" refPtType="all" refType="none" refFor="self" op="equ" fact="1.000000" val="0"/>
          <dgm:constr type="h" for="des" forName="spaceRect" ptType="all" refPtType="all" refType="none" refFor="self" op="equ" fact="1.000000" val="0"/>
          <dgm:constr type="h" for="des" forName="parTx" ptType="all" refPtType="all" refType="none" refFor="self" op="equ" fact="1.000000" val="0"/>
          <dgm:constr type="h" for="des" forName="desTx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ruleLst>
          <dgm:rule type="h" for="self" ptType="all" val="INF" fact="NaN" max="NaN"/>
        </dgm:ruleLst>
        <dgm:choose name="Name9">
          <dgm:if name="Name10" axis="ch" ptType="node" func="cnt" arg="none" op="gte" val="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w" for="ch" forName="parTx" ptType="all" refPtType="all" refType="w" refFor="self" op="none" fact="0.45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  <dgm:constr type="h" for="ch" forName="desTx" ptType="all" refPtType="all" refType="h" refFor="self" op="none" fact="1.000000" val="0"/>
              <dgm:constr type="l" for="ch" forName="desTx" ptType="all" refPtType="all" refType="r" refFor="ch" refForName="parTx" op="none" fact="1.000000" val="0"/>
              <dgm:constr type="t" for="ch" forName="desTx" ptType="all" refPtType="all" refType="none" refFor="self" op="none" fact="1.000000" val="0"/>
            </dgm:constrLst>
          </dgm:if>
          <dgm:else name="Name11">
            <dgm:constrLst>
              <dgm:constr type="w" for="ch" forName="bgRect" ptType="all" refPtType="all" refType="w" refFor="self" op="none" fact="1.000000" val="0"/>
              <dgm:constr type="h" for="ch" forName="bgRect" ptType="all" refPtType="all" refType="h" refFor="self" op="none" fact="1.000000" val="0"/>
              <dgm:constr type="l" for="ch" forName="bgRect" ptType="all" refPtType="all" refType="none" refFor="self" op="none" fact="1.000000" val="0"/>
              <dgm:constr type="t" for="ch" forName="bgRect" ptType="all" refPtType="all" refType="none" refFor="self" op="none" fact="1.000000" val="0"/>
              <dgm:constr type="h" for="ch" forName="iconRect" ptType="all" refPtType="all" refType="h" refFor="self" op="none" fact="0.550000" val="0"/>
              <dgm:constr type="w" for="ch" forName="iconRect" ptType="all" refPtType="all" refType="h" refFor="ch" refForName="iconRect" op="none" fact="1.000000" val="0"/>
              <dgm:constr type="l" for="ch" forName="iconRect" ptType="all" refPtType="all" refType="h" refFor="ch" refForName="iconRect" op="none" fact="0.550000" val="0"/>
              <dgm:constr type="ctrY" for="ch" forName="iconRect" ptType="all" refPtType="all" refType="ctrY" refFor="ch" refForName="bgRect" op="none" fact="1.000000" val="0"/>
              <dgm:constr type="w" for="ch" forName="spaceRect" ptType="all" refPtType="all" refType="l" refFor="ch" refForName="iconRect" op="none" fact="1.000000" val="0"/>
              <dgm:constr type="h" for="ch" forName="spaceRect" ptType="all" refPtType="all" refType="h" refFor="self" op="none" fact="1.000000" val="0"/>
              <dgm:constr type="l" for="ch" forName="spaceRect" ptType="all" refPtType="all" refType="r" refFor="ch" refForName="iconRect" op="none" fact="1.000000" val="0"/>
              <dgm:constr type="t" for="ch" forName="spaceRect" ptType="all" refPtType="all" refType="none" refFor="self" op="none" fact="1.000000" val="0"/>
              <dgm:constr type="h" for="ch" forName="parTx" ptType="all" refPtType="all" refType="h" refFor="self" op="none" fact="1.000000" val="0"/>
              <dgm:constr type="l" for="ch" forName="parTx" ptType="all" refPtType="all" refType="r" refFor="ch" refForName="spaceRect" op="none" fact="1.000000" val="0"/>
              <dgm:constr type="t" for="ch" forName="parTx" ptType="all" refPtType="all" refType="none" refFor="self" op="none" fact="1.000000" val="0"/>
            </dgm:constrLst>
          </dgm:else>
        </dgm:choose>
        <dgm:layoutNode name="bgRect" styleLbl="bgShp">
          <dgm:alg type="sp"/>
          <dgm:shape rot="0.000000" type="roundRect" r:blip="" blipPhldr="0" lkTxEntry="0" zOrderOff="0" hideGeom="0">
            <dgm:adjLst>
              <dgm:adj idx="1" val="0.100000"/>
            </dgm:adjLst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h" refFor="self" op="none" fact="0.300000" val="0"/>
            <dgm:constr type="rMarg" for="self" ptType="all" refPtType="all" refType="h" refFor="self" op="none" fact="0.300000" val="0"/>
            <dgm:constr type="tMarg" for="self" ptType="all" refPtType="all" refType="h" refFor="self" op="none" fact="0.300000" val="0"/>
            <dgm:constr type="bMarg" for="self" ptType="all" refPtType="all" refType="h" refFor="self" op="none" fact="0.3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choose name="Name12">
          <dgm:if name="Name13" axis="ch" ptType="node" func="cnt" arg="none" op="gte" val="1">
            <dgm:layoutNode name="desTx" styleLbl="revTx"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rot="0.000000" type="rect" r:blip="" blipPhldr="0" lkTxEntry="0" zOrderOff="0" hideGeom="0">
                <dgm:adjLst/>
              </dgm:shape>
              <dgm:presOf axis="des" ptType="node"/>
              <dgm:constrLst>
                <dgm:constr type="primFontSz" for="self" ptType="all" refPtType="all" refType="none" refFor="self" op="none" fact="1.000000" val="18"/>
                <dgm:constr type="secFontSz" for="self" ptType="all" refPtType="all" refType="primFontSz" refFor="self" op="none" fact="1.000000" val="0"/>
                <dgm:constr type="lMarg" for="self" ptType="all" refPtType="all" refType="h" refFor="self" op="none" fact="0.300000" val="0"/>
                <dgm:constr type="rMarg" for="self" ptType="all" refPtType="all" refType="h" refFor="self" op="none" fact="0.300000" val="0"/>
                <dgm:constr type="tMarg" for="self" ptType="all" refPtType="all" refType="h" refFor="self" op="none" fact="0.300000" val="0"/>
                <dgm:constr type="bMarg" for="self" ptType="all" refPtType="all" refType="h" refFor="self" op="none" fact="0.300000" val="0"/>
              </dgm:constrLst>
              <dgm:ruleLst>
                <dgm:rule type="primFontSz" for="self" ptType="all" val="11" fact="NaN" max="NaN"/>
              </dgm:ruleLst>
              <dgm:varLst/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constrLst>
      <dgm:constr type="h" for="ch" forName="compNode" ptType="all" refPtType="all" refType="h" refFor="self" op="none" fact="0.450000" val="0"/>
      <dgm:constr type="w" for="ch" forName="compNode" ptType="all" refPtType="all" refType="none" refFor="self" op="none" fact="1.000000" val="120"/>
      <dgm:constr type="w" for="ch" forName="sibTrans" ptType="all" refPtType="all" refType="w" refFor="ch" refForName="compNode" op="none" fact="0.175000" val="0"/>
      <dgm:constr type="primFontSz" for="des" forName="parTx" ptType="all" refPtType="all" refType="none" refFor="self" op="none" fact="1.000000" val="36"/>
      <dgm:constr type="primFontSz" for="des" forName="desTx" ptType="all" refPtType="all" refType="primFontSz" refFor="des" refForName="parTx" op="lte" fact="0.750000" val="0"/>
      <dgm:constr type="h" for="des" forName="compNode" ptType="all" refPtType="all" refType="none" refFor="self" op="equ" fact="1.000000" val="0"/>
      <dgm:constr type="h" for="des" forName="iconRect" ptType="all" refPtType="all" refType="none" refFor="self" op="equ" fact="1.000000" val="0"/>
      <dgm:constr type="w" for="des" forName="iconRect" ptType="all" refPtType="all" refType="none" refFor="self" op="equ" fact="1.000000" val="0"/>
      <dgm:constr type="h" for="des" forName="iconSpace" ptType="all" refPtType="all" refType="none" refFor="self" op="equ" fact="1.000000" val="0"/>
      <dgm:constr type="h" for="des" forName="parTx" ptType="all" refPtType="all" refType="none" refFor="self" op="equ" fact="1.000000" val="0"/>
      <dgm:constr type="h" for="des" forName="txSpace" ptType="all" refPtType="all" refType="none" refFor="self" op="equ" fact="1.000000" val="0"/>
      <dgm:constr type="h" for="des" forName="desTx" ptType="all" refPtType="all" refType="none" refFor="self" op="equ" fact="1.000000" val="0"/>
    </dgm:constrLst>
    <dgm:ruleLst>
      <dgm:rule type="w" for="ch" forName="compNode" ptType="all" val="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forEach name="Name3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constrLst>
          <dgm:constr type="w" for="ch" forName="iconRect" ptType="all" refPtType="all" refType="w" refFor="self" op="none" fact="0.350000" val="0"/>
          <dgm:constr type="h" for="ch" forName="iconRect" ptType="all" refPtType="all" refType="w" refFor="ch" refForName="iconRect" op="none" fact="1.000000" val="0"/>
          <dgm:constr type="l" for="ch" forName="iconRect" ptType="all" refPtType="all" refType="none" refFor="self" op="none" fact="1.000000" val="0"/>
          <dgm:constr type="t" for="ch" forName="iconRect" ptType="all" refPtType="all" refType="none" refFor="self" op="none" fact="1.000000" val="0"/>
          <dgm:constr type="w" for="ch" forName="iconSpace" ptType="all" refPtType="all" refType="w" refFor="self" op="none" fact="1.000000" val="0"/>
          <dgm:constr type="h" for="ch" forName="iconSpace" ptType="all" refPtType="all" refType="h" refFor="self" op="none" fact="0.043000" val="0"/>
          <dgm:constr type="l" for="ch" forName="iconSpace" ptType="all" refPtType="all" refType="none" refFor="self" op="none" fact="1.000000" val="0"/>
          <dgm:constr type="t" for="ch" forName="iconSpace" ptType="all" refPtType="all" refType="b" refFor="ch" refForName="iconRect" op="none" fact="1.000000" val="0"/>
          <dgm:constr type="w" for="ch" forName="parTx" ptType="all" refPtType="all" refType="w" refFor="self" op="none" fact="1.000000" val="0"/>
          <dgm:constr type="h" for="ch" forName="parTx" ptType="all" refPtType="all" refType="w" refFor="self" op="none" fact="0.150000" val="0"/>
          <dgm:constr type="l" for="ch" forName="parTx" ptType="all" refPtType="all" refType="none" refFor="self" op="none" fact="1.000000" val="0"/>
          <dgm:constr type="t" for="ch" forName="parTx" ptType="all" refPtType="all" refType="b" refFor="ch" refForName="iconSpace" op="none" fact="1.000000" val="0"/>
          <dgm:constr type="h" for="ch" forName="txSpace" ptType="all" refPtType="all" refType="h" refFor="self" op="none" fact="0.020000" val="0"/>
          <dgm:constr type="w" for="ch" forName="txSpace" ptType="all" refPtType="all" refType="w" refFor="self" op="none" fact="1.000000" val="0"/>
          <dgm:constr type="l" for="ch" forName="txSpace" ptType="all" refPtType="all" refType="none" refFor="self" op="none" fact="1.000000" val="0"/>
          <dgm:constr type="t" for="ch" forName="txSpace" ptType="all" refPtType="all" refType="b" refFor="ch" refForName="parTx" op="none" fact="1.000000" val="0"/>
          <dgm:constr type="w" for="ch" forName="desTx" ptType="all" refPtType="all" refType="w" refFor="self" op="none" fact="1.000000" val="0"/>
          <dgm:constr type="l" for="ch" forName="desTx" ptType="all" refPtType="all" refType="none" refFor="self" op="none" fact="1.000000" val="0"/>
          <dgm:constr type="t" for="ch" forName="desTx" ptType="all" refPtType="all" refType="b" refFor="ch" refForName="txSpace" op="none" fact="1.000000" val="0"/>
        </dgm:constrLst>
        <dgm:ruleLst>
          <dgm:rule type="h" for="self" ptType="all" val="INF" fact="NaN" max="NaN"/>
        </dgm:ruleLst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iconSpace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parTx" styleLbl="revTx"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14" fact="NaN" max="NaN"/>
            <dgm:rule type="h" for="self" ptType="all" val="INF" fact="NaN" max="NaN"/>
          </dgm:ruleLst>
          <dgm:varLst>
            <dgm:chMax val="0"/>
            <dgm:chPref val="0"/>
          </dgm:varLst>
        </dgm:layoutNode>
        <dgm:layoutNode name="txSpace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desTx" styleLbl="revTx"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rot="0.000000" type="rect" r:blip="" blipPhldr="0" lkTxEntry="0" zOrderOff="0" hideGeom="0">
            <dgm:adjLst/>
          </dgm:shape>
          <dgm:presOf axis="des" ptType="node"/>
          <dgm:constrLst>
            <dgm:constr type="secFontSz" for="self" ptType="all" refPtType="all" refType="primFontSz" refFor="self" op="none" fact="1.000000" val="0"/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NaN" fact="NaN" max="17"/>
            <dgm:rule type="h" for="self" ptType="all" val="INF" fact="NaN" max="NaN"/>
          </dgm:ruleLst>
          <dgm:varLst/>
        </dgm:layoutNode>
      </dgm:layoutNode>
      <dgm:forEach name="Name4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alg type="sp"/>
    <dgm:shape rot="0.000000" type="none" r:blip="" blipPhldr="0" lkTxEntry="0" zOrderOff="0" hideGeom="0">
      <dgm:adjLst/>
    </dgm:shape>
    <dgm:presOf/>
    <dgm:ruleLst>
      <dgm:rule type="h" for="ch" forName="container" ptType="all" val="INF" fact="NaN" max="NaN"/>
    </dgm:ruleLst>
    <dgm:varLst>
      <dgm:dir val="norm"/>
      <dgm:resizeHandles val="exact"/>
    </dgm:varLst>
    <dgm:choose name="Name0">
      <dgm:if name="Name1" axis="ch" ptType="node" func="cnt" arg="none" op="lte" val="3">
        <dgm:constrLst>
          <dgm:constr type="w" for="ch" forName="container" ptType="all" refPtType="all" refType="w" refFor="self" op="none" fact="1.000000" val="0"/>
          <dgm:constr type="h" for="ch" forName="container" ptType="all" refPtType="all" refType="h" refFor="self" op="none" fact="0.400000" val="0"/>
        </dgm:constrLst>
      </dgm:if>
      <dgm:else name="Name2">
        <dgm:constrLst>
          <dgm:constr type="w" for="ch" forName="container" ptType="all" refPtType="all" refType="w" refFor="self" op="none" fact="1.000000" val="0"/>
          <dgm:constr type="h" for="ch" forName="container" ptType="all" refPtType="all" refType="h" refFor="self" op="none" fact="1.000000" val="0"/>
        </dgm:constrLst>
      </dgm:else>
    </dgm:choose>
    <dgm:layoutNode name="container">
      <dgm:shape rot="0.000000" type="none" r:blip="" blipPhldr="0" lkTxEntry="0" zOrderOff="0" hideGeom="0">
        <dgm:adjLst/>
      </dgm:shape>
      <dgm:presOf/>
      <dgm:constrLst>
        <dgm:constr type="w" for="ch" forName="compNode" ptType="all" refPtType="all" refType="w" refFor="self" op="none" fact="1.000000" val="0"/>
        <dgm:constr type="h" for="ch" forName="compNode" ptType="all" refPtType="all" refType="w" refFor="self" op="none" fact="0.280000" val="0"/>
        <dgm:constr type="w" for="ch" forName="sibTrans" ptType="all" refPtType="all" refType="w" refFor="ch" refForName="compNode" op="none" fact="0.115000" val="0"/>
        <dgm:constr type="sp" for="self" ptType="all" refPtType="all" refType="h" refFor="self" op="equ" fact="0.170000" val="0"/>
        <dgm:constr type="primFontSz" for="des" ptType="node" refPtType="all" refType="none" refFor="self" op="equ" fact="1.000000" val="24"/>
        <dgm:constr type="h" for="des" forName="compNode" ptType="all" refPtType="all" refType="none" refFor="self" op="equ" fact="1.000000" val="0"/>
        <dgm:constr type="h" for="des" forName="iconBgRect" ptType="all" refPtType="all" refType="none" refFor="self" op="equ" fact="1.000000" val="0"/>
      </dgm:constrLst>
      <dgm:ruleLst>
        <dgm:rule type="w" for="ch" forName="compNode" ptType="all" val="60" fact="NaN" max="NaN"/>
      </dgm:ruleLst>
      <dgm:varLst>
        <dgm:dir val="norm"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forEach name="Name6" axis="ch" ptType="node">
        <dgm:layoutNode name="compNode">
          <dgm:alg type="composite"/>
          <dgm:shape rot="0.000000" type="none" r:blip="" blipPhldr="0" lkTxEntry="0" zOrderOff="0" hideGeom="0">
            <dgm:adjLst/>
          </dgm:shape>
          <dgm:presOf axis="self"/>
          <dgm:constrLst>
            <dgm:constr type="w" for="ch" forName="iconBgRect" ptType="all" refPtType="all" refType="w" refFor="self" op="none" fact="0.280000" val="0"/>
            <dgm:constr type="h" for="ch" forName="iconBgRect" ptType="all" refPtType="all" refType="w" refFor="ch" refForName="iconBgRect" op="none" fact="1.000000" val="0"/>
            <dgm:constr type="t" for="ch" forName="iconBgRect" ptType="all" refPtType="all" refType="none" refFor="self" op="none" fact="1.000000" val="0"/>
            <dgm:constr type="l" for="ch" forName="iconBgRect" ptType="all" refPtType="all" refType="none" refFor="self" op="none" fact="1.000000" val="0"/>
            <dgm:constr type="w" for="ch" forName="iconRect" ptType="all" refPtType="all" refType="w" refFor="ch" refForName="iconBgRect" op="none" fact="0.580000" val="0"/>
            <dgm:constr type="h" for="ch" forName="iconRect" ptType="all" refPtType="all" refType="w" refFor="ch" refForName="iconRect" op="none" fact="1.000000" val="0"/>
            <dgm:constr type="ctrX" for="ch" forName="iconRect" ptType="all" refPtType="all" refType="ctrX" refFor="ch" refForName="iconBgRect" op="none" fact="1.000000" val="0"/>
            <dgm:constr type="ctrY" for="ch" forName="iconRect" ptType="all" refPtType="all" refType="ctrY" refFor="ch" refForName="iconBgRect" op="none" fact="1.000000" val="0"/>
            <dgm:constr type="w" for="ch" forName="spaceRect" ptType="all" refPtType="all" refType="w" refFor="self" op="none" fact="0.060000" val="0"/>
            <dgm:constr type="h" for="ch" forName="spaceRect" ptType="all" refPtType="all" refType="h" refFor="ch" refForName="iconBgRect" op="none" fact="1.000000" val="0"/>
            <dgm:constr type="t" for="ch" forName="spaceRect" ptType="all" refPtType="all" refType="t" refFor="ch" refForName="iconBgRect" op="none" fact="1.000000" val="0"/>
            <dgm:constr type="l" for="ch" forName="spaceRect" ptType="all" refPtType="all" refType="r" refFor="ch" refForName="iconBgRect" op="none" fact="1.000000" val="0"/>
            <dgm:constr type="h" for="ch" forName="textRect" ptType="all" refPtType="all" refType="h" refFor="ch" refForName="iconBgRect" op="none" fact="1.000000" val="0"/>
            <dgm:constr type="t" for="ch" forName="textRect" ptType="all" refPtType="all" refType="t" refFor="ch" refForName="iconBgRect" op="none" fact="1.000000" val="0"/>
            <dgm:constr type="l" for="ch" forName="textRect" ptType="all" refPtType="all" refType="r" refFor="ch" refForName="spaceRect" op="none" fact="1.000000" val="0"/>
          </dgm:constrLst>
          <dgm:ruleLst/>
          <dgm:layoutNode name="iconBgRect" styleLbl="bgShp">
            <dgm:alg type="sp"/>
            <dgm:shape rot="0.000000" type="ellipse" r:blip="" blipPhldr="0" lkTxEntry="0" zOrderOff="0" hideGeom="0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rot="0.000000" type="rect" r:blip="" blipPhldr="1" lkTxEntry="0" zOrderOff="0" hideGeom="0">
              <dgm:adjLst/>
            </dgm:shape>
            <dgm:presOf/>
            <dgm:constrLst/>
            <dgm:ruleLst/>
          </dgm:layoutNode>
          <dgm:layoutNode name="spaceRect">
            <dgm:alg type="sp"/>
            <dgm:shape rot="0.000000" type="none" r:blip="" blipPhldr="0" lkTxEntry="0" zOrderOff="0" hideGeom="0">
              <dgm:adjLst/>
            </dgm:shape>
            <dgm:presOf/>
            <dgm:constrLst/>
            <dgm:ruleLst/>
          </dgm:layoutNode>
          <dgm:layoutNode name="textRect" styleLbl="revTx">
            <dgm:shape rot="0.000000" type="rect" r:blip="" blipPhldr="0" lkTxEntry="0" zOrderOff="0" hideGeom="0">
              <dgm:adjLst/>
            </dgm:shape>
            <dgm:presOf axis="self" ptType="node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11" fact="NaN" max="NaN"/>
            </dgm:ruleLst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</dgm:layoutNode>
        </dgm:layoutNode>
        <dgm:forEach name="Name10" axis="followSib" ptType="sibTrans" cnt="1">
          <dgm:layoutNode name="sibTrans">
            <dgm:alg type="sp"/>
            <dgm:shape rot="0.000000" type="rect" r:blip="" blipPhldr="0" lkTxEntry="0" zOrderOff="0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alg type="sp"/>
    <dgm:shape rot="0.000000" type="none" r:blip="" blipPhldr="0" lkTxEntry="0" zOrderOff="0" hideGeom="0">
      <dgm:adjLst/>
    </dgm:shape>
    <dgm:presOf/>
    <dgm:ruleLst>
      <dgm:rule type="h" for="ch" forName="container" ptType="all" val="INF" fact="NaN" max="NaN"/>
    </dgm:ruleLst>
    <dgm:varLst>
      <dgm:dir val="norm"/>
      <dgm:resizeHandles val="exact"/>
    </dgm:varLst>
    <dgm:choose name="Name0">
      <dgm:if name="Name1" axis="ch" ptType="node" func="cnt" arg="none" op="lte" val="3">
        <dgm:constrLst>
          <dgm:constr type="w" for="ch" forName="container" ptType="all" refPtType="all" refType="w" refFor="self" op="none" fact="1.000000" val="0"/>
          <dgm:constr type="h" for="ch" forName="container" ptType="all" refPtType="all" refType="h" refFor="self" op="none" fact="0.400000" val="0"/>
        </dgm:constrLst>
      </dgm:if>
      <dgm:else name="Name2">
        <dgm:constrLst>
          <dgm:constr type="w" for="ch" forName="container" ptType="all" refPtType="all" refType="w" refFor="self" op="none" fact="1.000000" val="0"/>
          <dgm:constr type="h" for="ch" forName="container" ptType="all" refPtType="all" refType="h" refFor="self" op="none" fact="1.000000" val="0"/>
        </dgm:constrLst>
      </dgm:else>
    </dgm:choose>
    <dgm:layoutNode name="container">
      <dgm:shape rot="0.000000" type="none" r:blip="" blipPhldr="0" lkTxEntry="0" zOrderOff="0" hideGeom="0">
        <dgm:adjLst/>
      </dgm:shape>
      <dgm:presOf/>
      <dgm:constrLst>
        <dgm:constr type="w" for="ch" forName="compNode" ptType="all" refPtType="all" refType="w" refFor="self" op="none" fact="1.000000" val="0"/>
        <dgm:constr type="h" for="ch" forName="compNode" ptType="all" refPtType="all" refType="w" refFor="self" op="none" fact="0.280000" val="0"/>
        <dgm:constr type="w" for="ch" forName="sibTrans" ptType="all" refPtType="all" refType="w" refFor="ch" refForName="compNode" op="none" fact="0.115000" val="0"/>
        <dgm:constr type="sp" for="self" ptType="all" refPtType="all" refType="h" refFor="self" op="equ" fact="0.170000" val="0"/>
        <dgm:constr type="primFontSz" for="des" ptType="node" refPtType="all" refType="none" refFor="self" op="equ" fact="1.000000" val="24"/>
        <dgm:constr type="h" for="des" forName="compNode" ptType="all" refPtType="all" refType="none" refFor="self" op="equ" fact="1.000000" val="0"/>
        <dgm:constr type="h" for="des" forName="iconBgRect" ptType="all" refPtType="all" refType="none" refFor="self" op="equ" fact="1.000000" val="0"/>
      </dgm:constrLst>
      <dgm:ruleLst>
        <dgm:rule type="w" for="ch" forName="compNode" ptType="all" val="60" fact="NaN" max="NaN"/>
      </dgm:ruleLst>
      <dgm:varLst>
        <dgm:dir val="norm"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forEach name="Name6" axis="ch" ptType="node">
        <dgm:layoutNode name="compNode">
          <dgm:alg type="composite"/>
          <dgm:shape rot="0.000000" type="none" r:blip="" blipPhldr="0" lkTxEntry="0" zOrderOff="0" hideGeom="0">
            <dgm:adjLst/>
          </dgm:shape>
          <dgm:presOf axis="self"/>
          <dgm:constrLst>
            <dgm:constr type="w" for="ch" forName="iconBgRect" ptType="all" refPtType="all" refType="w" refFor="self" op="none" fact="0.280000" val="0"/>
            <dgm:constr type="h" for="ch" forName="iconBgRect" ptType="all" refPtType="all" refType="w" refFor="ch" refForName="iconBgRect" op="none" fact="1.000000" val="0"/>
            <dgm:constr type="t" for="ch" forName="iconBgRect" ptType="all" refPtType="all" refType="none" refFor="self" op="none" fact="1.000000" val="0"/>
            <dgm:constr type="l" for="ch" forName="iconBgRect" ptType="all" refPtType="all" refType="none" refFor="self" op="none" fact="1.000000" val="0"/>
            <dgm:constr type="w" for="ch" forName="iconRect" ptType="all" refPtType="all" refType="w" refFor="ch" refForName="iconBgRect" op="none" fact="0.580000" val="0"/>
            <dgm:constr type="h" for="ch" forName="iconRect" ptType="all" refPtType="all" refType="w" refFor="ch" refForName="iconRect" op="none" fact="1.000000" val="0"/>
            <dgm:constr type="ctrX" for="ch" forName="iconRect" ptType="all" refPtType="all" refType="ctrX" refFor="ch" refForName="iconBgRect" op="none" fact="1.000000" val="0"/>
            <dgm:constr type="ctrY" for="ch" forName="iconRect" ptType="all" refPtType="all" refType="ctrY" refFor="ch" refForName="iconBgRect" op="none" fact="1.000000" val="0"/>
            <dgm:constr type="w" for="ch" forName="spaceRect" ptType="all" refPtType="all" refType="w" refFor="self" op="none" fact="0.060000" val="0"/>
            <dgm:constr type="h" for="ch" forName="spaceRect" ptType="all" refPtType="all" refType="h" refFor="ch" refForName="iconBgRect" op="none" fact="1.000000" val="0"/>
            <dgm:constr type="t" for="ch" forName="spaceRect" ptType="all" refPtType="all" refType="t" refFor="ch" refForName="iconBgRect" op="none" fact="1.000000" val="0"/>
            <dgm:constr type="l" for="ch" forName="spaceRect" ptType="all" refPtType="all" refType="r" refFor="ch" refForName="iconBgRect" op="none" fact="1.000000" val="0"/>
            <dgm:constr type="h" for="ch" forName="textRect" ptType="all" refPtType="all" refType="h" refFor="ch" refForName="iconBgRect" op="none" fact="1.000000" val="0"/>
            <dgm:constr type="t" for="ch" forName="textRect" ptType="all" refPtType="all" refType="t" refFor="ch" refForName="iconBgRect" op="none" fact="1.000000" val="0"/>
            <dgm:constr type="l" for="ch" forName="textRect" ptType="all" refPtType="all" refType="r" refFor="ch" refForName="spaceRect" op="none" fact="1.000000" val="0"/>
          </dgm:constrLst>
          <dgm:ruleLst/>
          <dgm:layoutNode name="iconBgRect" styleLbl="bgShp">
            <dgm:alg type="sp"/>
            <dgm:shape rot="0.000000" type="ellipse" r:blip="" blipPhldr="0" lkTxEntry="0" zOrderOff="0" hideGeom="0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rot="0.000000" type="rect" r:blip="" blipPhldr="1" lkTxEntry="0" zOrderOff="0" hideGeom="0">
              <dgm:adjLst/>
            </dgm:shape>
            <dgm:presOf/>
            <dgm:constrLst/>
            <dgm:ruleLst/>
          </dgm:layoutNode>
          <dgm:layoutNode name="spaceRect">
            <dgm:alg type="sp"/>
            <dgm:shape rot="0.000000" type="none" r:blip="" blipPhldr="0" lkTxEntry="0" zOrderOff="0" hideGeom="0">
              <dgm:adjLst/>
            </dgm:shape>
            <dgm:presOf/>
            <dgm:constrLst/>
            <dgm:ruleLst/>
          </dgm:layoutNode>
          <dgm:layoutNode name="textRect" styleLbl="revTx">
            <dgm:shape rot="0.000000" type="rect" r:blip="" blipPhldr="0" lkTxEntry="0" zOrderOff="0" hideGeom="0">
              <dgm:adjLst/>
            </dgm:shape>
            <dgm:presOf axis="self" ptType="node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11" fact="NaN" max="NaN"/>
            </dgm:ruleLst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</dgm:layoutNode>
        </dgm:layoutNode>
        <dgm:forEach name="Name10" axis="followSib" ptType="sibTrans" cnt="1">
          <dgm:layoutNode name="sibTrans">
            <dgm:alg type="sp"/>
            <dgm:shape rot="0.000000" type="rect" r:blip="" blipPhldr="0" lkTxEntry="0" zOrderOff="0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615847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64852209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4737F4D-82DA-4DFB-BF23-A0FABC13EDA0}" type="datetimeFigureOut">
              <a:rPr lang="de-DE"/>
              <a:t>04.04.2026</a:t>
            </a:fld>
            <a:endParaRPr lang="de-DE"/>
          </a:p>
        </p:txBody>
      </p:sp>
      <p:sp>
        <p:nvSpPr>
          <p:cNvPr id="1296348612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1905410422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6356628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3038696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363460-95BA-48BE-B103-B0C9C83FA672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63FD16-D041-13BE-F5F0-CE350C0E7F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D3E1C8-9908-32EF-BA23-FA51F8E77E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246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176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713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3DC058-FC93-8E15-503D-AA5C050951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11F515-83C4-FFD6-0032-9BC6BADE64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0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689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723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55561-FEA3-B2EC-DE29-93B43B0498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516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354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182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65BB9D-428B-DEAF-8E38-CA88F81970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DD3C24-50DB-C24D-8715-2BAE51E7E5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5962CA-0312-0A83-9B2A-D0279964CD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75FE9F-BBBA-D1F0-061F-73C0B94A99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6AB0BA-9806-4FC1-EDE4-7D5D68F72D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BEFFA8-ACE2-1117-4296-B7F11B542C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3CFB1-0C56-0802-EEC4-E17F35686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8219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77971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5074078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363460-95BA-48BE-B103-B0C9C83FA672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8DF986-B2D1-DC59-15E6-CC5B236FB4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3307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01055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31756359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363460-95BA-48BE-B103-B0C9C83FA672}" type="slidenum">
              <a:rPr lang="de-DE"/>
              <a:t>12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1618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3243721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104627521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84711959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1369174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3216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52025872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5462348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564137126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3215087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618666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3697007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40293571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158054094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5132508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9523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931158526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62262247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72733640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451198048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2156811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011758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34903412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18779553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97720930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56027355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47198153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452347077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18972682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24799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158099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38206153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9097083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8970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528284339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600389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05561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28196701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0892106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96776240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863047341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10861276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764580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66147321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321844772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00404541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495848971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3268163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31980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45043094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098100796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47503029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5417918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133370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43396263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8364672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123745354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238434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734438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5815385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30414073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FB43332-69BE-4666-972E-266063F3284B}" type="datetimeFigureOut">
              <a:rPr lang="de-DE"/>
              <a:t>04.04.2026</a:t>
            </a:fld>
            <a:endParaRPr lang="de-DE"/>
          </a:p>
        </p:txBody>
      </p:sp>
      <p:sp>
        <p:nvSpPr>
          <p:cNvPr id="68262185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85560815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DBC0B1F3-2D17-4750-A184-0F72B74EC402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07/relationships/diagramDrawing" Target="../diagrams/drawing2.xml" /><Relationship Id="rId4" Type="http://schemas.openxmlformats.org/officeDocument/2006/relationships/diagramData" Target="../diagrams/data2.xml" /><Relationship Id="rId5" Type="http://schemas.openxmlformats.org/officeDocument/2006/relationships/diagramColors" Target="../diagrams/colors2.xml" /><Relationship Id="rId6" Type="http://schemas.openxmlformats.org/officeDocument/2006/relationships/diagramLayout" Target="../diagrams/layout2.xml" /><Relationship Id="rId7" Type="http://schemas.openxmlformats.org/officeDocument/2006/relationships/diagramQuickStyle" Target="../diagrams/quickStyle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07/relationships/diagramDrawing" Target="../diagrams/drawing3.xml" /><Relationship Id="rId4" Type="http://schemas.openxmlformats.org/officeDocument/2006/relationships/diagramData" Target="../diagrams/data3.xml" /><Relationship Id="rId5" Type="http://schemas.openxmlformats.org/officeDocument/2006/relationships/diagramColors" Target="../diagrams/colors3.xml" /><Relationship Id="rId6" Type="http://schemas.openxmlformats.org/officeDocument/2006/relationships/diagramLayout" Target="../diagrams/layout3.xml" /><Relationship Id="rId7" Type="http://schemas.openxmlformats.org/officeDocument/2006/relationships/diagramQuickStyle" Target="../diagrams/quickStyle3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microsoft.com/office/2007/relationships/diagramDrawing" Target="../diagrams/drawing4.xml" /><Relationship Id="rId4" Type="http://schemas.openxmlformats.org/officeDocument/2006/relationships/diagramData" Target="../diagrams/data4.xml" /><Relationship Id="rId5" Type="http://schemas.openxmlformats.org/officeDocument/2006/relationships/diagramColors" Target="../diagrams/colors4.xml" /><Relationship Id="rId6" Type="http://schemas.openxmlformats.org/officeDocument/2006/relationships/diagramLayout" Target="../diagrams/layout4.xml" /><Relationship Id="rId7" Type="http://schemas.openxmlformats.org/officeDocument/2006/relationships/diagramQuickStyle" Target="../diagrams/quickStyle4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microsoft.com/office/2007/relationships/diagramDrawing" Target="../diagrams/drawing5.xml" /><Relationship Id="rId4" Type="http://schemas.openxmlformats.org/officeDocument/2006/relationships/diagramData" Target="../diagrams/data5.xml" /><Relationship Id="rId5" Type="http://schemas.openxmlformats.org/officeDocument/2006/relationships/diagramColors" Target="../diagrams/colors5.xml" /><Relationship Id="rId6" Type="http://schemas.openxmlformats.org/officeDocument/2006/relationships/diagramLayout" Target="../diagrams/layout5.xml" /><Relationship Id="rId7" Type="http://schemas.openxmlformats.org/officeDocument/2006/relationships/diagramQuickStyle" Target="../diagrams/quickStyle5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microsoft.com/office/2007/relationships/diagramDrawing" Target="../diagrams/drawing6.xml" /><Relationship Id="rId4" Type="http://schemas.openxmlformats.org/officeDocument/2006/relationships/diagramData" Target="../diagrams/data6.xml" /><Relationship Id="rId5" Type="http://schemas.openxmlformats.org/officeDocument/2006/relationships/diagramColors" Target="../diagrams/colors6.xml" /><Relationship Id="rId6" Type="http://schemas.openxmlformats.org/officeDocument/2006/relationships/diagramLayout" Target="../diagrams/layout6.xml" /><Relationship Id="rId7" Type="http://schemas.openxmlformats.org/officeDocument/2006/relationships/diagramQuickStyle" Target="../diagrams/quickStyle6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microsoft.com/office/2007/relationships/diagramDrawing" Target="../diagrams/drawing7.xml" /><Relationship Id="rId4" Type="http://schemas.openxmlformats.org/officeDocument/2006/relationships/diagramData" Target="../diagrams/data7.xml" /><Relationship Id="rId5" Type="http://schemas.openxmlformats.org/officeDocument/2006/relationships/diagramColors" Target="../diagrams/colors7.xml" /><Relationship Id="rId6" Type="http://schemas.openxmlformats.org/officeDocument/2006/relationships/diagramLayout" Target="../diagrams/layout7.xml" /><Relationship Id="rId7" Type="http://schemas.openxmlformats.org/officeDocument/2006/relationships/diagramQuickStyle" Target="../diagrams/quickStyle7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microsoft.com/office/2007/relationships/diagramDrawing" Target="../diagrams/drawing8.xml" /><Relationship Id="rId4" Type="http://schemas.openxmlformats.org/officeDocument/2006/relationships/diagramData" Target="../diagrams/data8.xml" /><Relationship Id="rId5" Type="http://schemas.openxmlformats.org/officeDocument/2006/relationships/diagramColors" Target="../diagrams/colors8.xml" /><Relationship Id="rId6" Type="http://schemas.openxmlformats.org/officeDocument/2006/relationships/diagramLayout" Target="../diagrams/layout8.xml" /><Relationship Id="rId7" Type="http://schemas.openxmlformats.org/officeDocument/2006/relationships/diagramQuickStyle" Target="../diagrams/quickStyl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516325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738944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800"/>
          </a:p>
        </p:txBody>
      </p:sp>
      <p:sp>
        <p:nvSpPr>
          <p:cNvPr id="147211314" name="Freeform: Shap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 fill="norm" stroke="1" extrusionOk="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27149212" name="Group 13"/>
          <p:cNvGrpSpPr>
            <a:grpSpLocks noChangeAspect="1" noGrp="1" noMove="1" noResize="1" noRot="1" noUngrp="1"/>
          </p:cNvGrpSpPr>
          <p:nvPr/>
        </p:nvGrpSpPr>
        <p:grpSpPr bwMode="auto"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/>
            <p:cNvSpPr/>
            <p:nvPr/>
          </p:nvSpPr>
          <p:spPr bwMode="auto">
            <a:xfrm>
              <a:off x="1560550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 fill="norm" stroke="1" extrusionOk="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 fill="norm" stroke="1" extrusionOk="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 fill="norm" stroke="1" extrusionOk="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Freeform: Shape 17"/>
            <p:cNvSpPr/>
            <p:nvPr/>
          </p:nvSpPr>
          <p:spPr bwMode="auto"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 fill="norm" stroke="1" extrusionOk="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 bwMode="auto"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 fill="norm" stroke="1" extrusionOk="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 bwMode="auto">
            <a:xfrm>
              <a:off x="1308319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 fill="norm" stroke="1" extrusionOk="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 fill="norm" stroke="1" extrusionOk="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1645482207" name="Titel 1"/>
          <p:cNvSpPr>
            <a:spLocks noGrp="1"/>
          </p:cNvSpPr>
          <p:nvPr>
            <p:ph type="ctrTitle"/>
          </p:nvPr>
        </p:nvSpPr>
        <p:spPr bwMode="auto">
          <a:xfrm>
            <a:off x="2604065" y="1613669"/>
            <a:ext cx="6831130" cy="238791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de-DE" sz="5200">
                <a:solidFill>
                  <a:schemeClr val="tx2"/>
                </a:solidFill>
              </a:rPr>
              <a:t>Project – Mini Jira</a:t>
            </a:r>
            <a:endParaRPr/>
          </a:p>
        </p:txBody>
      </p:sp>
      <p:sp>
        <p:nvSpPr>
          <p:cNvPr id="95161243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pPr>
              <a:defRPr/>
            </a:pPr>
            <a:endParaRPr lang="de-DE">
              <a:solidFill>
                <a:schemeClr val="tx2"/>
              </a:solidFill>
            </a:endParaRPr>
          </a:p>
        </p:txBody>
      </p:sp>
      <p:grpSp>
        <p:nvGrpSpPr>
          <p:cNvPr id="677687845" name="Group 22"/>
          <p:cNvGrpSpPr>
            <a:grpSpLocks noChangeAspect="1" noGrp="1" noMove="1" noResize="1" noRot="1" noUngrp="1"/>
          </p:cNvGrpSpPr>
          <p:nvPr/>
        </p:nvGrpSpPr>
        <p:grpSpPr bwMode="auto"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/>
            <p:cNvSpPr/>
            <p:nvPr/>
          </p:nvSpPr>
          <p:spPr bwMode="auto"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 fill="norm" stroke="1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Freeform: Shape 24"/>
            <p:cNvSpPr/>
            <p:nvPr/>
          </p:nvSpPr>
          <p:spPr bwMode="auto"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 fill="norm" stroke="1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Freeform: Shape 25"/>
            <p:cNvSpPr/>
            <p:nvPr/>
          </p:nvSpPr>
          <p:spPr bwMode="auto"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 fill="norm" stroke="1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800"/>
            </a:p>
          </p:txBody>
        </p:sp>
        <p:sp>
          <p:nvSpPr>
            <p:cNvPr id="27" name="Freeform: Shape 26"/>
            <p:cNvSpPr/>
            <p:nvPr/>
          </p:nvSpPr>
          <p:spPr bwMode="auto"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 fill="norm" stroke="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340603148" name="Group 28"/>
          <p:cNvGrpSpPr>
            <a:grpSpLocks noChangeAspect="1" noGrp="1" noMove="1" noResize="1" noRot="1" noUngrp="1"/>
          </p:cNvGrpSpPr>
          <p:nvPr/>
        </p:nvGrpSpPr>
        <p:grpSpPr bwMode="auto"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/>
            <p:cNvSpPr/>
            <p:nvPr/>
          </p:nvSpPr>
          <p:spPr bwMode="auto"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 fill="norm" stroke="1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Freeform: Shape 30"/>
            <p:cNvSpPr/>
            <p:nvPr/>
          </p:nvSpPr>
          <p:spPr bwMode="auto"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 fill="norm" stroke="1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Freeform: Shape 31"/>
            <p:cNvSpPr/>
            <p:nvPr/>
          </p:nvSpPr>
          <p:spPr bwMode="auto"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 fill="norm" stroke="1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800"/>
            </a:p>
          </p:txBody>
        </p:sp>
        <p:sp>
          <p:nvSpPr>
            <p:cNvPr id="33" name="Freeform: Shape 32"/>
            <p:cNvSpPr/>
            <p:nvPr/>
          </p:nvSpPr>
          <p:spPr bwMode="auto"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 fill="norm" stroke="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94644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Project Idea</a:t>
            </a:r>
            <a:endParaRPr/>
          </a:p>
        </p:txBody>
      </p:sp>
      <p:graphicFrame>
        <p:nvGraphicFramePr>
          <p:cNvPr id="1304665022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825625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15319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Project Idea</a:t>
            </a:r>
            <a:endParaRPr/>
          </a:p>
        </p:txBody>
      </p:sp>
      <p:graphicFrame>
        <p:nvGraphicFramePr>
          <p:cNvPr id="56914012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9" y="1825624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18956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Use Cases: Task Management</a:t>
            </a:r>
            <a:endParaRPr/>
          </a:p>
        </p:txBody>
      </p:sp>
      <p:graphicFrame>
        <p:nvGraphicFramePr>
          <p:cNvPr id="731065550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825625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24322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Use Cases: Project Management</a:t>
            </a:r>
            <a:endParaRPr/>
          </a:p>
        </p:txBody>
      </p:sp>
      <p:graphicFrame>
        <p:nvGraphicFramePr>
          <p:cNvPr id="1922009612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9" y="1825624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37279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Actors</a:t>
            </a:r>
            <a:endParaRPr/>
          </a:p>
        </p:txBody>
      </p:sp>
      <p:graphicFrame>
        <p:nvGraphicFramePr>
          <p:cNvPr id="1275539238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9" y="1825624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9088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Use Case – Project Member</a:t>
            </a:r>
            <a:endParaRPr/>
          </a:p>
        </p:txBody>
      </p:sp>
      <p:pic>
        <p:nvPicPr>
          <p:cNvPr id="84216876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98706" y="1406525"/>
            <a:ext cx="7840620" cy="48871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24875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Use Case – Project Manager</a:t>
            </a:r>
            <a:endParaRPr/>
          </a:p>
        </p:txBody>
      </p:sp>
      <p:pic>
        <p:nvPicPr>
          <p:cNvPr id="742646280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84375" y="1371600"/>
            <a:ext cx="7840675" cy="5225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3245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Use Case – Project Manager</a:t>
            </a:r>
            <a:endParaRPr/>
          </a:p>
        </p:txBody>
      </p:sp>
      <p:pic>
        <p:nvPicPr>
          <p:cNvPr id="465318546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12951" y="1400175"/>
            <a:ext cx="5649999" cy="50076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245785758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4585346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800"/>
          </a:p>
        </p:txBody>
      </p:sp>
      <p:grpSp>
        <p:nvGrpSpPr>
          <p:cNvPr id="2004910992" name="Group 11"/>
          <p:cNvGrpSpPr>
            <a:grpSpLocks noChangeAspect="1" noGrp="1" noMove="1" noResize="1" noRot="1" noUngrp="1"/>
          </p:cNvGrpSpPr>
          <p:nvPr/>
        </p:nvGrpSpPr>
        <p:grpSpPr bwMode="auto"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/>
            <p:cNvSpPr/>
            <p:nvPr/>
          </p:nvSpPr>
          <p:spPr bwMode="auto"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 fill="norm" stroke="1" extrusionOk="0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 fill="norm" stroke="1" extrusionOk="0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 fill="norm" stroke="1" extrusionOk="0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 fill="norm" stroke="1" extrusionOk="0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846086591" name="Titel 1"/>
          <p:cNvSpPr>
            <a:spLocks noGrp="1"/>
          </p:cNvSpPr>
          <p:nvPr>
            <p:ph type="title"/>
          </p:nvPr>
        </p:nvSpPr>
        <p:spPr bwMode="auto"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3600">
                <a:solidFill>
                  <a:schemeClr val="tx2"/>
                </a:solidFill>
              </a:rPr>
              <a:t>Core Feature Ideas (Must Haves)</a:t>
            </a:r>
            <a:endParaRPr/>
          </a:p>
        </p:txBody>
      </p:sp>
      <p:sp>
        <p:nvSpPr>
          <p:cNvPr id="1610802325" name="Inhaltsplatzhalter 2"/>
          <p:cNvSpPr>
            <a:spLocks noGrp="1"/>
          </p:cNvSpPr>
          <p:nvPr>
            <p:ph idx="1"/>
          </p:nvPr>
        </p:nvSpPr>
        <p:spPr bwMode="auto">
          <a:xfrm>
            <a:off x="5457825" y="804672"/>
            <a:ext cx="6019799" cy="5230368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Task </a:t>
            </a:r>
            <a:r>
              <a:rPr lang="de-DE" sz="2400">
                <a:solidFill>
                  <a:schemeClr val="tx2"/>
                </a:solidFill>
              </a:rPr>
              <a:t>management</a:t>
            </a:r>
            <a:r>
              <a:rPr lang="de-DE" sz="2400">
                <a:solidFill>
                  <a:schemeClr val="tx2"/>
                </a:solidFill>
              </a:rPr>
              <a:t> (</a:t>
            </a:r>
            <a:r>
              <a:rPr lang="de-DE" sz="2400">
                <a:solidFill>
                  <a:schemeClr val="tx2"/>
                </a:solidFill>
              </a:rPr>
              <a:t>create</a:t>
            </a:r>
            <a:r>
              <a:rPr lang="de-DE" sz="2400">
                <a:solidFill>
                  <a:schemeClr val="tx2"/>
                </a:solidFill>
              </a:rPr>
              <a:t>, </a:t>
            </a:r>
            <a:r>
              <a:rPr lang="de-DE" sz="2400">
                <a:solidFill>
                  <a:schemeClr val="tx2"/>
                </a:solidFill>
              </a:rPr>
              <a:t>edit</a:t>
            </a:r>
            <a:r>
              <a:rPr lang="de-DE" sz="2400">
                <a:solidFill>
                  <a:schemeClr val="tx2"/>
                </a:solidFill>
              </a:rPr>
              <a:t> , </a:t>
            </a:r>
            <a:r>
              <a:rPr lang="de-DE" sz="2400">
                <a:solidFill>
                  <a:schemeClr val="tx2"/>
                </a:solidFill>
              </a:rPr>
              <a:t>delete</a:t>
            </a:r>
            <a:r>
              <a:rPr lang="de-DE" sz="2400">
                <a:solidFill>
                  <a:schemeClr val="tx2"/>
                </a:solidFill>
              </a:rPr>
              <a:t>)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Task </a:t>
            </a:r>
            <a:r>
              <a:rPr lang="de-DE" sz="2400">
                <a:solidFill>
                  <a:schemeClr val="tx2"/>
                </a:solidFill>
              </a:rPr>
              <a:t>Assignment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to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users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Status &amp; </a:t>
            </a:r>
            <a:r>
              <a:rPr lang="de-DE" sz="2400">
                <a:solidFill>
                  <a:schemeClr val="tx2"/>
                </a:solidFill>
              </a:rPr>
              <a:t>priority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updates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Labels / </a:t>
            </a:r>
            <a:r>
              <a:rPr lang="de-DE" sz="2400">
                <a:solidFill>
                  <a:schemeClr val="tx2"/>
                </a:solidFill>
              </a:rPr>
              <a:t>Epics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for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organization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Search &amp; </a:t>
            </a:r>
            <a:r>
              <a:rPr lang="de-DE" sz="2400">
                <a:solidFill>
                  <a:schemeClr val="tx2"/>
                </a:solidFill>
              </a:rPr>
              <a:t>filtering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Project </a:t>
            </a:r>
            <a:r>
              <a:rPr lang="de-DE" sz="2400">
                <a:solidFill>
                  <a:schemeClr val="tx2"/>
                </a:solidFill>
              </a:rPr>
              <a:t>dashboard</a:t>
            </a:r>
            <a:r>
              <a:rPr lang="de-DE" sz="2400">
                <a:solidFill>
                  <a:schemeClr val="tx2"/>
                </a:solidFill>
              </a:rPr>
              <a:t> (</a:t>
            </a:r>
            <a:r>
              <a:rPr lang="de-DE" sz="2400">
                <a:solidFill>
                  <a:schemeClr val="tx2"/>
                </a:solidFill>
              </a:rPr>
              <a:t>backlog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view</a:t>
            </a:r>
            <a:r>
              <a:rPr lang="de-DE" sz="2400">
                <a:solidFill>
                  <a:schemeClr val="tx2"/>
                </a:solidFill>
              </a:rPr>
              <a:t>)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User </a:t>
            </a:r>
            <a:r>
              <a:rPr lang="de-DE" sz="2400">
                <a:solidFill>
                  <a:schemeClr val="tx2"/>
                </a:solidFill>
              </a:rPr>
              <a:t>authentication</a:t>
            </a:r>
            <a:r>
              <a:rPr lang="de-DE" sz="2400">
                <a:solidFill>
                  <a:schemeClr val="tx2"/>
                </a:solidFill>
              </a:rPr>
              <a:t> (</a:t>
            </a:r>
            <a:r>
              <a:rPr lang="de-DE" sz="2400">
                <a:solidFill>
                  <a:schemeClr val="tx2"/>
                </a:solidFill>
              </a:rPr>
              <a:t>login</a:t>
            </a:r>
            <a:r>
              <a:rPr lang="de-DE" sz="2400">
                <a:solidFill>
                  <a:schemeClr val="tx2"/>
                </a:solidFill>
              </a:rPr>
              <a:t> &amp; </a:t>
            </a:r>
            <a:r>
              <a:rPr lang="de-DE" sz="2400">
                <a:solidFill>
                  <a:schemeClr val="tx2"/>
                </a:solidFill>
              </a:rPr>
              <a:t>signup</a:t>
            </a:r>
            <a:r>
              <a:rPr lang="de-DE" sz="2400">
                <a:solidFill>
                  <a:schemeClr val="tx2"/>
                </a:solidFill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0093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Search &amp; </a:t>
            </a:r>
            <a:r>
              <a:rPr lang="de-DE"/>
              <a:t>Filtering</a:t>
            </a:r>
            <a:endParaRPr lang="de-DE"/>
          </a:p>
        </p:txBody>
      </p:sp>
      <p:graphicFrame>
        <p:nvGraphicFramePr>
          <p:cNvPr id="930983976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825625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675842728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1390881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800"/>
          </a:p>
        </p:txBody>
      </p:sp>
      <p:sp>
        <p:nvSpPr>
          <p:cNvPr id="1558289544" name="Titel 1"/>
          <p:cNvSpPr>
            <a:spLocks noGrp="1"/>
          </p:cNvSpPr>
          <p:nvPr>
            <p:ph type="title"/>
          </p:nvPr>
        </p:nvSpPr>
        <p:spPr bwMode="auto"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000">
                <a:solidFill>
                  <a:schemeClr val="tx2"/>
                </a:solidFill>
              </a:rPr>
              <a:t>Project Dashboard</a:t>
            </a:r>
            <a:endParaRPr/>
          </a:p>
        </p:txBody>
      </p:sp>
      <p:grpSp>
        <p:nvGrpSpPr>
          <p:cNvPr id="2027247995" name="Group 12"/>
          <p:cNvGrpSpPr>
            <a:grpSpLocks noChangeAspect="1" noGrp="1" noMove="1" noResize="1" noRot="1" noUngrp="1"/>
          </p:cNvGrpSpPr>
          <p:nvPr/>
        </p:nvGrpSpPr>
        <p:grpSpPr bwMode="auto"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/>
            <p:cNvSpPr/>
            <p:nvPr/>
          </p:nvSpPr>
          <p:spPr bwMode="auto"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 fill="norm" stroke="1" extrusionOk="0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 fill="norm" stroke="1" extrusionOk="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 fill="norm" stroke="1" extrusionOk="0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 fill="norm" stroke="1" extrusionOk="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79314961" name="Group 18"/>
          <p:cNvGrpSpPr>
            <a:grpSpLocks noChangeAspect="1" noGrp="1" noMove="1" noResize="1" noRot="1" noUngrp="1"/>
          </p:cNvGrpSpPr>
          <p:nvPr/>
        </p:nvGrpSpPr>
        <p:grpSpPr bwMode="auto"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/>
            <p:cNvSpPr/>
            <p:nvPr/>
          </p:nvSpPr>
          <p:spPr bwMode="auto"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 fill="norm" stroke="1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 fill="norm" stroke="1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 bwMode="auto"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 fill="norm" stroke="1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800"/>
            </a:p>
          </p:txBody>
        </p:sp>
        <p:sp>
          <p:nvSpPr>
            <p:cNvPr id="23" name="Freeform: Shape 22"/>
            <p:cNvSpPr/>
            <p:nvPr/>
          </p:nvSpPr>
          <p:spPr bwMode="auto"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 fill="norm" stroke="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628380640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036320" y="2560320"/>
          <a:ext cx="10119359" cy="3566160"/>
          <a:chOff x="0" y="0"/>
          <a:chExt cx="10119359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48417953" name="Rectangle 1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7794282" name="Titel 1"/>
          <p:cNvSpPr>
            <a:spLocks noGrp="1"/>
          </p:cNvSpPr>
          <p:nvPr>
            <p:ph type="title"/>
          </p:nvPr>
        </p:nvSpPr>
        <p:spPr bwMode="auto"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de-DE" sz="5400"/>
              <a:t>Authentication</a:t>
            </a:r>
            <a:endParaRPr/>
          </a:p>
        </p:txBody>
      </p:sp>
      <p:sp>
        <p:nvSpPr>
          <p:cNvPr id="2106182760" name="sketchy line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stroke="1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fill="norm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69681646" name="Inhaltsplatzhalter 2"/>
          <p:cNvSpPr>
            <a:spLocks noGrp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2200"/>
              <a:t>Secure login &amp; signup</a:t>
            </a:r>
            <a:endParaRPr/>
          </a:p>
          <a:p>
            <a:pPr>
              <a:defRPr/>
            </a:pPr>
            <a:r>
              <a:rPr lang="de-DE" sz="2200"/>
              <a:t>User session management</a:t>
            </a:r>
            <a:endParaRPr/>
          </a:p>
          <a:p>
            <a:pPr>
              <a:defRPr/>
            </a:pPr>
            <a:r>
              <a:rPr lang="de-DE" sz="2200"/>
              <a:t>Role-based access control</a:t>
            </a:r>
            <a:endParaRPr/>
          </a:p>
          <a:p>
            <a:pPr>
              <a:defRPr/>
            </a:pPr>
            <a:r>
              <a:rPr lang="de-DE" sz="2200"/>
              <a:t>Protects project data</a:t>
            </a:r>
            <a:endParaRPr/>
          </a:p>
        </p:txBody>
      </p:sp>
      <p:pic>
        <p:nvPicPr>
          <p:cNvPr id="1365010460" name="Picture 4" descr="Digitale Vorhängeschloss-Kunst"/>
          <p:cNvPicPr>
            <a:picLocks noChangeAspect="1"/>
          </p:cNvPicPr>
          <p:nvPr/>
        </p:nvPicPr>
        <p:blipFill rotWithShape="1">
          <a:blip r:embed="rId3"/>
          <a:srcRect l="0" t="0" r="26275" b="-1"/>
          <a:stretch/>
        </p:blipFill>
        <p:spPr bwMode="auto">
          <a:xfrm>
            <a:off x="5311702" y="10"/>
            <a:ext cx="6878774" cy="6857990"/>
          </a:xfrm>
          <a:custGeom>
            <a:avLst/>
            <a:gdLst/>
            <a:ahLst/>
            <a:cxnLst/>
            <a:rect l="l" t="t" r="r" b="b"/>
            <a:pathLst>
              <a:path w="6878775" h="6858000" fill="norm" stroke="1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266721694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5058611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800"/>
          </a:p>
        </p:txBody>
      </p:sp>
      <p:grpSp>
        <p:nvGrpSpPr>
          <p:cNvPr id="570733251" name="Group 11"/>
          <p:cNvGrpSpPr>
            <a:grpSpLocks noChangeAspect="1" noGrp="1" noMove="1" noResize="1" noRot="1" noUngrp="1"/>
          </p:cNvGrpSpPr>
          <p:nvPr/>
        </p:nvGrpSpPr>
        <p:grpSpPr bwMode="auto"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/>
            <p:cNvSpPr/>
            <p:nvPr/>
          </p:nvSpPr>
          <p:spPr bwMode="auto"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 fill="norm" stroke="1" extrusionOk="0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 fill="norm" stroke="1" extrusionOk="0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 fill="norm" stroke="1" extrusionOk="0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 fill="norm" stroke="1" extrusionOk="0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 fill="norm" stroke="1" extrusionOk="0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006512126" name="Titel 1"/>
          <p:cNvSpPr>
            <a:spLocks noGrp="1"/>
          </p:cNvSpPr>
          <p:nvPr>
            <p:ph type="title"/>
          </p:nvPr>
        </p:nvSpPr>
        <p:spPr bwMode="auto"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000">
                <a:solidFill>
                  <a:schemeClr val="tx2"/>
                </a:solidFill>
              </a:rPr>
              <a:t>Nice-to-Have Features</a:t>
            </a:r>
            <a:endParaRPr/>
          </a:p>
        </p:txBody>
      </p:sp>
      <p:sp>
        <p:nvSpPr>
          <p:cNvPr id="386939950" name="Inhaltsplatzhalter 2"/>
          <p:cNvSpPr>
            <a:spLocks noGrp="1"/>
          </p:cNvSpPr>
          <p:nvPr>
            <p:ph idx="1"/>
          </p:nvPr>
        </p:nvSpPr>
        <p:spPr bwMode="auto">
          <a:xfrm>
            <a:off x="6090574" y="801866"/>
            <a:ext cx="5306084" cy="5230634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SLA </a:t>
            </a:r>
            <a:r>
              <a:rPr lang="de-DE" sz="2400">
                <a:solidFill>
                  <a:schemeClr val="tx2"/>
                </a:solidFill>
              </a:rPr>
              <a:t>tracking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for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deadlines</a:t>
            </a:r>
            <a:r>
              <a:rPr lang="de-DE" sz="2400">
                <a:solidFill>
                  <a:schemeClr val="tx2"/>
                </a:solidFill>
              </a:rPr>
              <a:t> 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Task </a:t>
            </a:r>
            <a:r>
              <a:rPr lang="de-DE" sz="2400">
                <a:solidFill>
                  <a:schemeClr val="tx2"/>
                </a:solidFill>
              </a:rPr>
              <a:t>escalation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system</a:t>
            </a:r>
            <a:r>
              <a:rPr lang="de-DE" sz="2400">
                <a:solidFill>
                  <a:schemeClr val="tx2"/>
                </a:solidFill>
              </a:rPr>
              <a:t> 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Email </a:t>
            </a:r>
            <a:r>
              <a:rPr lang="de-DE" sz="2400">
                <a:solidFill>
                  <a:schemeClr val="tx2"/>
                </a:solidFill>
              </a:rPr>
              <a:t>notifications</a:t>
            </a:r>
            <a:r>
              <a:rPr lang="de-DE" sz="2400">
                <a:solidFill>
                  <a:schemeClr val="tx2"/>
                </a:solidFill>
              </a:rPr>
              <a:t> ( on </a:t>
            </a:r>
            <a:r>
              <a:rPr lang="de-DE" sz="2400">
                <a:solidFill>
                  <a:schemeClr val="tx2"/>
                </a:solidFill>
              </a:rPr>
              <a:t>task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creations</a:t>
            </a:r>
            <a:r>
              <a:rPr lang="de-DE" sz="2400">
                <a:solidFill>
                  <a:schemeClr val="tx2"/>
                </a:solidFill>
              </a:rPr>
              <a:t> / </a:t>
            </a:r>
            <a:r>
              <a:rPr lang="de-DE" sz="2400">
                <a:solidFill>
                  <a:schemeClr val="tx2"/>
                </a:solidFill>
              </a:rPr>
              <a:t>updates</a:t>
            </a:r>
            <a:r>
              <a:rPr lang="de-DE" sz="2400">
                <a:solidFill>
                  <a:schemeClr val="tx2"/>
                </a:solidFill>
              </a:rPr>
              <a:t> )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Mini </a:t>
            </a:r>
            <a:r>
              <a:rPr lang="de-DE" sz="2400">
                <a:solidFill>
                  <a:schemeClr val="tx2"/>
                </a:solidFill>
              </a:rPr>
              <a:t>Calende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view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Activity</a:t>
            </a:r>
            <a:r>
              <a:rPr lang="de-DE" sz="2400">
                <a:solidFill>
                  <a:schemeClr val="tx2"/>
                </a:solidFill>
              </a:rPr>
              <a:t> </a:t>
            </a:r>
            <a:r>
              <a:rPr lang="de-DE" sz="2400">
                <a:solidFill>
                  <a:schemeClr val="tx2"/>
                </a:solidFill>
              </a:rPr>
              <a:t>history</a:t>
            </a:r>
            <a:r>
              <a:rPr lang="de-DE" sz="2400">
                <a:solidFill>
                  <a:schemeClr val="tx2"/>
                </a:solidFill>
              </a:rPr>
              <a:t> ( </a:t>
            </a:r>
            <a:r>
              <a:rPr lang="de-DE" sz="2400">
                <a:solidFill>
                  <a:schemeClr val="tx2"/>
                </a:solidFill>
              </a:rPr>
              <a:t>audit</a:t>
            </a:r>
            <a:r>
              <a:rPr lang="de-DE" sz="2400">
                <a:solidFill>
                  <a:schemeClr val="tx2"/>
                </a:solidFill>
              </a:rPr>
              <a:t> log)</a:t>
            </a:r>
            <a:endParaRPr/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Real-time </a:t>
            </a:r>
            <a:r>
              <a:rPr lang="de-DE" sz="2400">
                <a:solidFill>
                  <a:schemeClr val="tx2"/>
                </a:solidFill>
              </a:rPr>
              <a:t>chat</a:t>
            </a:r>
            <a:endParaRPr lang="de-DE" sz="2400">
              <a:solidFill>
                <a:schemeClr val="tx2"/>
              </a:solidFill>
            </a:endParaRPr>
          </a:p>
          <a:p>
            <a:pPr>
              <a:defRPr/>
            </a:pPr>
            <a:r>
              <a:rPr lang="de-DE" sz="2400">
                <a:solidFill>
                  <a:schemeClr val="tx2"/>
                </a:solidFill>
              </a:rPr>
              <a:t>AI-Chatbot </a:t>
            </a:r>
            <a:r>
              <a:rPr lang="de-DE" sz="2400">
                <a:solidFill>
                  <a:schemeClr val="tx2"/>
                </a:solidFill>
              </a:rPr>
              <a:t>assistant</a:t>
            </a:r>
            <a:endParaRPr lang="de-DE" sz="240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54801402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35763811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800"/>
          </a:p>
        </p:txBody>
      </p:sp>
      <p:sp>
        <p:nvSpPr>
          <p:cNvPr id="681793190" name="Titel 1"/>
          <p:cNvSpPr>
            <a:spLocks noGrp="1"/>
          </p:cNvSpPr>
          <p:nvPr>
            <p:ph type="title"/>
          </p:nvPr>
        </p:nvSpPr>
        <p:spPr bwMode="auto"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000">
                <a:solidFill>
                  <a:schemeClr val="tx2"/>
                </a:solidFill>
              </a:rPr>
              <a:t>Summary</a:t>
            </a:r>
            <a:endParaRPr/>
          </a:p>
        </p:txBody>
      </p:sp>
      <p:grpSp>
        <p:nvGrpSpPr>
          <p:cNvPr id="1847543938" name="Group 12"/>
          <p:cNvGrpSpPr>
            <a:grpSpLocks noChangeAspect="1" noGrp="1" noMove="1" noResize="1" noRot="1" noUngrp="1"/>
          </p:cNvGrpSpPr>
          <p:nvPr/>
        </p:nvGrpSpPr>
        <p:grpSpPr bwMode="auto"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/>
            <p:cNvSpPr/>
            <p:nvPr/>
          </p:nvSpPr>
          <p:spPr bwMode="auto"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 fill="norm" stroke="1" extrusionOk="0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 bwMode="auto"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 fill="norm" stroke="1" extrusionOk="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 bwMode="auto"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 fill="norm" stroke="1" extrusionOk="0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 bwMode="auto"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 fill="norm" stroke="1" extrusionOk="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91798965" name="Group 18"/>
          <p:cNvGrpSpPr>
            <a:grpSpLocks noChangeAspect="1" noGrp="1" noMove="1" noResize="1" noRot="1" noUngrp="1"/>
          </p:cNvGrpSpPr>
          <p:nvPr/>
        </p:nvGrpSpPr>
        <p:grpSpPr bwMode="auto"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/>
            <p:cNvSpPr/>
            <p:nvPr/>
          </p:nvSpPr>
          <p:spPr bwMode="auto"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 fill="norm" stroke="1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 fill="norm" stroke="1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 bwMode="auto"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 fill="norm" stroke="1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800"/>
            </a:p>
          </p:txBody>
        </p:sp>
        <p:sp>
          <p:nvSpPr>
            <p:cNvPr id="23" name="Freeform: Shape 22"/>
            <p:cNvSpPr/>
            <p:nvPr/>
          </p:nvSpPr>
          <p:spPr bwMode="auto"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 fill="norm" stroke="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187524381" name="Inhaltsplatzhalter 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1036320" y="2560320"/>
          <a:ext cx="10119359" cy="3566160"/>
          <a:chOff x="0" y="0"/>
          <a:chExt cx="10119359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Brecheisen, Quirin</dc:creator>
  <cp:lastModifiedBy/>
  <cp:revision>3</cp:revision>
  <dcterms:created xsi:type="dcterms:W3CDTF">2026-03-29T08:21:49Z</dcterms:created>
  <dcterms:modified xsi:type="dcterms:W3CDTF">2026-04-06T11:39:31Z</dcterms:modified>
</cp:coreProperties>
</file>