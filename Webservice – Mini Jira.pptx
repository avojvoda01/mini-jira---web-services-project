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3" r:id="rId3"/>
    <p:sldId id="260" r:id="rId4"/>
    <p:sldId id="261" r:id="rId5"/>
    <p:sldId id="262" r:id="rId6"/>
    <p:sldId id="264" r:id="rId7"/>
    <p:sldId id="265" r:id="rId8"/>
    <p:sldId id="266" r:id="rId9"/>
    <p:sldId id="267" r:id="rId10"/>
    <p:sldId id="268" r:id="rId11"/>
    <p:sldId id="269" r:id="rId12"/>
    <p:sldId id="270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431" autoAdjust="0"/>
  </p:normalViewPr>
  <p:slideViewPr>
    <p:cSldViewPr snapToGrid="0">
      <p:cViewPr varScale="1">
        <p:scale>
          <a:sx n="100" d="100"/>
          <a:sy n="100" d="100"/>
        </p:scale>
        <p:origin x="96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Relationship Id="rId4" Type="http://schemas.openxmlformats.org/officeDocument/2006/relationships/image" Target="../media/image10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image" Target="../media/image1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image" Target="../media/image7.svg"/><Relationship Id="rId4" Type="http://schemas.openxmlformats.org/officeDocument/2006/relationships/image" Target="../media/image10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61F379-C518-4109-932B-1799BE711F3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04078A-FD62-4264-BC4F-68B315467E1A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Task Management Web Service</a:t>
          </a:r>
          <a:endParaRPr lang="en-US"/>
        </a:p>
      </dgm:t>
    </dgm:pt>
    <dgm:pt modelId="{6D3D995D-08AF-4935-BC6E-BFE23205AA9C}" type="parTrans" cxnId="{BC269CC9-77D4-4B70-9494-9F85277CBFFC}">
      <dgm:prSet/>
      <dgm:spPr/>
      <dgm:t>
        <a:bodyPr/>
        <a:lstStyle/>
        <a:p>
          <a:endParaRPr lang="en-US"/>
        </a:p>
      </dgm:t>
    </dgm:pt>
    <dgm:pt modelId="{0B290CBF-78C5-4CC4-B56B-7406075B948A}" type="sibTrans" cxnId="{BC269CC9-77D4-4B70-9494-9F85277CBFFC}">
      <dgm:prSet/>
      <dgm:spPr/>
      <dgm:t>
        <a:bodyPr/>
        <a:lstStyle/>
        <a:p>
          <a:endParaRPr lang="en-US"/>
        </a:p>
      </dgm:t>
    </dgm:pt>
    <dgm:pt modelId="{143128B7-4D58-4F43-A972-4C948500F89D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Simple, scalable, role-based system</a:t>
          </a:r>
          <a:endParaRPr lang="en-US"/>
        </a:p>
      </dgm:t>
    </dgm:pt>
    <dgm:pt modelId="{F3956D3C-0195-4700-AB74-FF2D1EF38905}" type="parTrans" cxnId="{7F3BB30C-DD1D-4027-A145-919D6F48732E}">
      <dgm:prSet/>
      <dgm:spPr/>
      <dgm:t>
        <a:bodyPr/>
        <a:lstStyle/>
        <a:p>
          <a:endParaRPr lang="en-US"/>
        </a:p>
      </dgm:t>
    </dgm:pt>
    <dgm:pt modelId="{222E01A7-4861-4365-9964-DCFBFB23706A}" type="sibTrans" cxnId="{7F3BB30C-DD1D-4027-A145-919D6F48732E}">
      <dgm:prSet/>
      <dgm:spPr/>
      <dgm:t>
        <a:bodyPr/>
        <a:lstStyle/>
        <a:p>
          <a:endParaRPr lang="en-US"/>
        </a:p>
      </dgm:t>
    </dgm:pt>
    <dgm:pt modelId="{C57DF6CB-28B0-4506-8444-0062C199B2D8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Designed for teams &amp; project collaborations</a:t>
          </a:r>
          <a:endParaRPr lang="en-US"/>
        </a:p>
      </dgm:t>
    </dgm:pt>
    <dgm:pt modelId="{160C5684-43AC-4DA7-842E-71EC2A3ADD99}" type="parTrans" cxnId="{954D1AA3-2412-47E8-AE88-F5CAA169559A}">
      <dgm:prSet/>
      <dgm:spPr/>
      <dgm:t>
        <a:bodyPr/>
        <a:lstStyle/>
        <a:p>
          <a:endParaRPr lang="en-US"/>
        </a:p>
      </dgm:t>
    </dgm:pt>
    <dgm:pt modelId="{B7C3017C-5808-4A94-B876-2501E991BE3A}" type="sibTrans" cxnId="{954D1AA3-2412-47E8-AE88-F5CAA169559A}">
      <dgm:prSet/>
      <dgm:spPr/>
      <dgm:t>
        <a:bodyPr/>
        <a:lstStyle/>
        <a:p>
          <a:endParaRPr lang="en-US"/>
        </a:p>
      </dgm:t>
    </dgm:pt>
    <dgm:pt modelId="{BC0FE57E-FEE6-4158-8AD3-25EBF9702992}" type="pres">
      <dgm:prSet presAssocID="{9061F379-C518-4109-932B-1799BE711F3A}" presName="root" presStyleCnt="0">
        <dgm:presLayoutVars>
          <dgm:dir/>
          <dgm:resizeHandles val="exact"/>
        </dgm:presLayoutVars>
      </dgm:prSet>
      <dgm:spPr/>
    </dgm:pt>
    <dgm:pt modelId="{CA7C0D43-A26E-4D30-9F20-4D4C987FBE84}" type="pres">
      <dgm:prSet presAssocID="{FE04078A-FD62-4264-BC4F-68B315467E1A}" presName="compNode" presStyleCnt="0"/>
      <dgm:spPr/>
    </dgm:pt>
    <dgm:pt modelId="{3FD083EA-3EFC-4DCB-A208-DD4F24AE3AED}" type="pres">
      <dgm:prSet presAssocID="{FE04078A-FD62-4264-BC4F-68B315467E1A}" presName="bgRect" presStyleLbl="bgShp" presStyleIdx="0" presStyleCnt="3"/>
      <dgm:spPr/>
    </dgm:pt>
    <dgm:pt modelId="{A8BC8CD6-8738-41EA-9E71-3CD4C9AF2582}" type="pres">
      <dgm:prSet presAssocID="{FE04078A-FD62-4264-BC4F-68B315467E1A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1626D5B3-9070-4B56-B291-74923B203150}" type="pres">
      <dgm:prSet presAssocID="{FE04078A-FD62-4264-BC4F-68B315467E1A}" presName="spaceRect" presStyleCnt="0"/>
      <dgm:spPr/>
    </dgm:pt>
    <dgm:pt modelId="{ACF9AC71-54D6-40B6-9BBF-6121431AFEF9}" type="pres">
      <dgm:prSet presAssocID="{FE04078A-FD62-4264-BC4F-68B315467E1A}" presName="parTx" presStyleLbl="revTx" presStyleIdx="0" presStyleCnt="3">
        <dgm:presLayoutVars>
          <dgm:chMax val="0"/>
          <dgm:chPref val="0"/>
        </dgm:presLayoutVars>
      </dgm:prSet>
      <dgm:spPr/>
    </dgm:pt>
    <dgm:pt modelId="{B906F445-E376-4412-AFE2-9D996B6F5B7A}" type="pres">
      <dgm:prSet presAssocID="{0B290CBF-78C5-4CC4-B56B-7406075B948A}" presName="sibTrans" presStyleCnt="0"/>
      <dgm:spPr/>
    </dgm:pt>
    <dgm:pt modelId="{89E46FA1-112E-4327-ABB8-1B5C19923A02}" type="pres">
      <dgm:prSet presAssocID="{143128B7-4D58-4F43-A972-4C948500F89D}" presName="compNode" presStyleCnt="0"/>
      <dgm:spPr/>
    </dgm:pt>
    <dgm:pt modelId="{23E5BB99-2328-448B-8669-6667B3706BCD}" type="pres">
      <dgm:prSet presAssocID="{143128B7-4D58-4F43-A972-4C948500F89D}" presName="bgRect" presStyleLbl="bgShp" presStyleIdx="1" presStyleCnt="3"/>
      <dgm:spPr/>
    </dgm:pt>
    <dgm:pt modelId="{B63312C8-A8E7-471C-BDC7-E288FC589C93}" type="pres">
      <dgm:prSet presAssocID="{143128B7-4D58-4F43-A972-4C948500F89D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6F011255-8EF9-4755-B366-230DAC82D74D}" type="pres">
      <dgm:prSet presAssocID="{143128B7-4D58-4F43-A972-4C948500F89D}" presName="spaceRect" presStyleCnt="0"/>
      <dgm:spPr/>
    </dgm:pt>
    <dgm:pt modelId="{35AA2DC6-EB90-4377-85A4-827E380A0EE9}" type="pres">
      <dgm:prSet presAssocID="{143128B7-4D58-4F43-A972-4C948500F89D}" presName="parTx" presStyleLbl="revTx" presStyleIdx="1" presStyleCnt="3">
        <dgm:presLayoutVars>
          <dgm:chMax val="0"/>
          <dgm:chPref val="0"/>
        </dgm:presLayoutVars>
      </dgm:prSet>
      <dgm:spPr/>
    </dgm:pt>
    <dgm:pt modelId="{CF38F5FF-9409-4590-AC69-3D7336DA6612}" type="pres">
      <dgm:prSet presAssocID="{222E01A7-4861-4365-9964-DCFBFB23706A}" presName="sibTrans" presStyleCnt="0"/>
      <dgm:spPr/>
    </dgm:pt>
    <dgm:pt modelId="{99AE9D4B-CFC7-45FE-9B34-50E653AC53B8}" type="pres">
      <dgm:prSet presAssocID="{C57DF6CB-28B0-4506-8444-0062C199B2D8}" presName="compNode" presStyleCnt="0"/>
      <dgm:spPr/>
    </dgm:pt>
    <dgm:pt modelId="{84A5270B-C85B-44A0-BE08-AE3E6BD0D9F3}" type="pres">
      <dgm:prSet presAssocID="{C57DF6CB-28B0-4506-8444-0062C199B2D8}" presName="bgRect" presStyleLbl="bgShp" presStyleIdx="2" presStyleCnt="3"/>
      <dgm:spPr/>
    </dgm:pt>
    <dgm:pt modelId="{CA7E8371-02DB-4E6B-BDD4-4E6725844AB0}" type="pres">
      <dgm:prSet presAssocID="{C57DF6CB-28B0-4506-8444-0062C199B2D8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chlag"/>
        </a:ext>
      </dgm:extLst>
    </dgm:pt>
    <dgm:pt modelId="{B1EC4622-56CB-40D4-B4E9-0DC7ADFF0A77}" type="pres">
      <dgm:prSet presAssocID="{C57DF6CB-28B0-4506-8444-0062C199B2D8}" presName="spaceRect" presStyleCnt="0"/>
      <dgm:spPr/>
    </dgm:pt>
    <dgm:pt modelId="{D1F0C4A8-9922-4E19-BD57-11A092C0AE8A}" type="pres">
      <dgm:prSet presAssocID="{C57DF6CB-28B0-4506-8444-0062C199B2D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F3BB30C-DD1D-4027-A145-919D6F48732E}" srcId="{9061F379-C518-4109-932B-1799BE711F3A}" destId="{143128B7-4D58-4F43-A972-4C948500F89D}" srcOrd="1" destOrd="0" parTransId="{F3956D3C-0195-4700-AB74-FF2D1EF38905}" sibTransId="{222E01A7-4861-4365-9964-DCFBFB23706A}"/>
    <dgm:cxn modelId="{38BAB427-FE14-44F5-A27F-FAB0AAB02036}" type="presOf" srcId="{FE04078A-FD62-4264-BC4F-68B315467E1A}" destId="{ACF9AC71-54D6-40B6-9BBF-6121431AFEF9}" srcOrd="0" destOrd="0" presId="urn:microsoft.com/office/officeart/2018/2/layout/IconVerticalSolidList"/>
    <dgm:cxn modelId="{BC902178-5A54-4F33-A581-5910A3AA8BAB}" type="presOf" srcId="{9061F379-C518-4109-932B-1799BE711F3A}" destId="{BC0FE57E-FEE6-4158-8AD3-25EBF9702992}" srcOrd="0" destOrd="0" presId="urn:microsoft.com/office/officeart/2018/2/layout/IconVerticalSolidList"/>
    <dgm:cxn modelId="{78274B81-A70C-4D04-B93C-C53DE053501D}" type="presOf" srcId="{C57DF6CB-28B0-4506-8444-0062C199B2D8}" destId="{D1F0C4A8-9922-4E19-BD57-11A092C0AE8A}" srcOrd="0" destOrd="0" presId="urn:microsoft.com/office/officeart/2018/2/layout/IconVerticalSolidList"/>
    <dgm:cxn modelId="{954D1AA3-2412-47E8-AE88-F5CAA169559A}" srcId="{9061F379-C518-4109-932B-1799BE711F3A}" destId="{C57DF6CB-28B0-4506-8444-0062C199B2D8}" srcOrd="2" destOrd="0" parTransId="{160C5684-43AC-4DA7-842E-71EC2A3ADD99}" sibTransId="{B7C3017C-5808-4A94-B876-2501E991BE3A}"/>
    <dgm:cxn modelId="{A7F0CBBF-3268-4BE1-A589-F70FA0FC3825}" type="presOf" srcId="{143128B7-4D58-4F43-A972-4C948500F89D}" destId="{35AA2DC6-EB90-4377-85A4-827E380A0EE9}" srcOrd="0" destOrd="0" presId="urn:microsoft.com/office/officeart/2018/2/layout/IconVerticalSolidList"/>
    <dgm:cxn modelId="{BC269CC9-77D4-4B70-9494-9F85277CBFFC}" srcId="{9061F379-C518-4109-932B-1799BE711F3A}" destId="{FE04078A-FD62-4264-BC4F-68B315467E1A}" srcOrd="0" destOrd="0" parTransId="{6D3D995D-08AF-4935-BC6E-BFE23205AA9C}" sibTransId="{0B290CBF-78C5-4CC4-B56B-7406075B948A}"/>
    <dgm:cxn modelId="{82E4ABC9-4254-4E44-8AE8-44CB2AE68426}" type="presParOf" srcId="{BC0FE57E-FEE6-4158-8AD3-25EBF9702992}" destId="{CA7C0D43-A26E-4D30-9F20-4D4C987FBE84}" srcOrd="0" destOrd="0" presId="urn:microsoft.com/office/officeart/2018/2/layout/IconVerticalSolidList"/>
    <dgm:cxn modelId="{78EAEEB5-E36C-4DF0-909B-F2D85F2CCEFF}" type="presParOf" srcId="{CA7C0D43-A26E-4D30-9F20-4D4C987FBE84}" destId="{3FD083EA-3EFC-4DCB-A208-DD4F24AE3AED}" srcOrd="0" destOrd="0" presId="urn:microsoft.com/office/officeart/2018/2/layout/IconVerticalSolidList"/>
    <dgm:cxn modelId="{F4D8FB46-AD6D-40DE-A42B-848EFEFEED7B}" type="presParOf" srcId="{CA7C0D43-A26E-4D30-9F20-4D4C987FBE84}" destId="{A8BC8CD6-8738-41EA-9E71-3CD4C9AF2582}" srcOrd="1" destOrd="0" presId="urn:microsoft.com/office/officeart/2018/2/layout/IconVerticalSolidList"/>
    <dgm:cxn modelId="{E5DB08B3-61A0-435B-87C5-35BABDF90C20}" type="presParOf" srcId="{CA7C0D43-A26E-4D30-9F20-4D4C987FBE84}" destId="{1626D5B3-9070-4B56-B291-74923B203150}" srcOrd="2" destOrd="0" presId="urn:microsoft.com/office/officeart/2018/2/layout/IconVerticalSolidList"/>
    <dgm:cxn modelId="{D78B2DEB-C169-4AA2-ADF5-DDC81C60B93C}" type="presParOf" srcId="{CA7C0D43-A26E-4D30-9F20-4D4C987FBE84}" destId="{ACF9AC71-54D6-40B6-9BBF-6121431AFEF9}" srcOrd="3" destOrd="0" presId="urn:microsoft.com/office/officeart/2018/2/layout/IconVerticalSolidList"/>
    <dgm:cxn modelId="{D1B84448-1FF0-482E-A8D0-58338B99D462}" type="presParOf" srcId="{BC0FE57E-FEE6-4158-8AD3-25EBF9702992}" destId="{B906F445-E376-4412-AFE2-9D996B6F5B7A}" srcOrd="1" destOrd="0" presId="urn:microsoft.com/office/officeart/2018/2/layout/IconVerticalSolidList"/>
    <dgm:cxn modelId="{26D6F702-E2E2-43BD-AF19-1F0C6762CC27}" type="presParOf" srcId="{BC0FE57E-FEE6-4158-8AD3-25EBF9702992}" destId="{89E46FA1-112E-4327-ABB8-1B5C19923A02}" srcOrd="2" destOrd="0" presId="urn:microsoft.com/office/officeart/2018/2/layout/IconVerticalSolidList"/>
    <dgm:cxn modelId="{1794A34B-B083-4702-8149-A46A71F455E6}" type="presParOf" srcId="{89E46FA1-112E-4327-ABB8-1B5C19923A02}" destId="{23E5BB99-2328-448B-8669-6667B3706BCD}" srcOrd="0" destOrd="0" presId="urn:microsoft.com/office/officeart/2018/2/layout/IconVerticalSolidList"/>
    <dgm:cxn modelId="{76E68F59-0C73-4781-893A-E04F28505733}" type="presParOf" srcId="{89E46FA1-112E-4327-ABB8-1B5C19923A02}" destId="{B63312C8-A8E7-471C-BDC7-E288FC589C93}" srcOrd="1" destOrd="0" presId="urn:microsoft.com/office/officeart/2018/2/layout/IconVerticalSolidList"/>
    <dgm:cxn modelId="{3F9DB94A-0DBD-4A56-9F03-F96913902E21}" type="presParOf" srcId="{89E46FA1-112E-4327-ABB8-1B5C19923A02}" destId="{6F011255-8EF9-4755-B366-230DAC82D74D}" srcOrd="2" destOrd="0" presId="urn:microsoft.com/office/officeart/2018/2/layout/IconVerticalSolidList"/>
    <dgm:cxn modelId="{6756F2C2-87EF-4766-BB61-A86D07558E95}" type="presParOf" srcId="{89E46FA1-112E-4327-ABB8-1B5C19923A02}" destId="{35AA2DC6-EB90-4377-85A4-827E380A0EE9}" srcOrd="3" destOrd="0" presId="urn:microsoft.com/office/officeart/2018/2/layout/IconVerticalSolidList"/>
    <dgm:cxn modelId="{9633BB9B-843D-4D0C-887B-45D303986979}" type="presParOf" srcId="{BC0FE57E-FEE6-4158-8AD3-25EBF9702992}" destId="{CF38F5FF-9409-4590-AC69-3D7336DA6612}" srcOrd="3" destOrd="0" presId="urn:microsoft.com/office/officeart/2018/2/layout/IconVerticalSolidList"/>
    <dgm:cxn modelId="{C94E92E3-04CF-4B13-8A6E-4910D0EA22E8}" type="presParOf" srcId="{BC0FE57E-FEE6-4158-8AD3-25EBF9702992}" destId="{99AE9D4B-CFC7-45FE-9B34-50E653AC53B8}" srcOrd="4" destOrd="0" presId="urn:microsoft.com/office/officeart/2018/2/layout/IconVerticalSolidList"/>
    <dgm:cxn modelId="{E77958B1-EF2F-483C-B66D-5144D6C71708}" type="presParOf" srcId="{99AE9D4B-CFC7-45FE-9B34-50E653AC53B8}" destId="{84A5270B-C85B-44A0-BE08-AE3E6BD0D9F3}" srcOrd="0" destOrd="0" presId="urn:microsoft.com/office/officeart/2018/2/layout/IconVerticalSolidList"/>
    <dgm:cxn modelId="{D6D58A7A-3532-4F1A-9B59-F0C0978009EA}" type="presParOf" srcId="{99AE9D4B-CFC7-45FE-9B34-50E653AC53B8}" destId="{CA7E8371-02DB-4E6B-BDD4-4E6725844AB0}" srcOrd="1" destOrd="0" presId="urn:microsoft.com/office/officeart/2018/2/layout/IconVerticalSolidList"/>
    <dgm:cxn modelId="{7E45A424-7B7D-4D76-B496-73F5A55AC659}" type="presParOf" srcId="{99AE9D4B-CFC7-45FE-9B34-50E653AC53B8}" destId="{B1EC4622-56CB-40D4-B4E9-0DC7ADFF0A77}" srcOrd="2" destOrd="0" presId="urn:microsoft.com/office/officeart/2018/2/layout/IconVerticalSolidList"/>
    <dgm:cxn modelId="{DE58813F-529C-4D56-9DAA-E0D0020F9B51}" type="presParOf" srcId="{99AE9D4B-CFC7-45FE-9B34-50E653AC53B8}" destId="{D1F0C4A8-9922-4E19-BD57-11A092C0AE8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82A0941-F412-449B-AFCA-8CC70405BFCE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52389DD-C219-4790-BB47-9197E1400E68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Create and delete tasks</a:t>
          </a:r>
          <a:endParaRPr lang="en-US"/>
        </a:p>
      </dgm:t>
    </dgm:pt>
    <dgm:pt modelId="{EDB98E07-57D9-40BE-B713-EC943659939E}" type="parTrans" cxnId="{D60455E6-3F84-43FC-83DA-565EA3E82329}">
      <dgm:prSet/>
      <dgm:spPr/>
      <dgm:t>
        <a:bodyPr/>
        <a:lstStyle/>
        <a:p>
          <a:endParaRPr lang="en-US"/>
        </a:p>
      </dgm:t>
    </dgm:pt>
    <dgm:pt modelId="{474CE836-75EE-4EA6-A9AC-96F0F9FD3A2F}" type="sibTrans" cxnId="{D60455E6-3F84-43FC-83DA-565EA3E82329}">
      <dgm:prSet/>
      <dgm:spPr/>
      <dgm:t>
        <a:bodyPr/>
        <a:lstStyle/>
        <a:p>
          <a:endParaRPr lang="en-US"/>
        </a:p>
      </dgm:t>
    </dgm:pt>
    <dgm:pt modelId="{5CCF05DD-F03F-431A-8E66-6B443191FE34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Asign tasks to team members</a:t>
          </a:r>
          <a:endParaRPr lang="en-US"/>
        </a:p>
      </dgm:t>
    </dgm:pt>
    <dgm:pt modelId="{5C474E6C-B2C9-407A-A9B7-C8A4FAFEE4C0}" type="parTrans" cxnId="{B675D4A0-6B3A-4EAD-9552-AE147CF34802}">
      <dgm:prSet/>
      <dgm:spPr/>
      <dgm:t>
        <a:bodyPr/>
        <a:lstStyle/>
        <a:p>
          <a:endParaRPr lang="en-US"/>
        </a:p>
      </dgm:t>
    </dgm:pt>
    <dgm:pt modelId="{207249D5-8BE9-476E-9834-02027EE6FDD1}" type="sibTrans" cxnId="{B675D4A0-6B3A-4EAD-9552-AE147CF34802}">
      <dgm:prSet/>
      <dgm:spPr/>
      <dgm:t>
        <a:bodyPr/>
        <a:lstStyle/>
        <a:p>
          <a:endParaRPr lang="en-US"/>
        </a:p>
      </dgm:t>
    </dgm:pt>
    <dgm:pt modelId="{3CA5A2EF-4627-4D31-AFEC-AA033501C5D4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Update :</a:t>
          </a:r>
          <a:endParaRPr lang="en-US"/>
        </a:p>
      </dgm:t>
    </dgm:pt>
    <dgm:pt modelId="{2061CCBB-C9B6-4ACD-95A3-9A33802A5ADF}" type="parTrans" cxnId="{123F97B1-EA2B-4463-89A8-4116BC21BB44}">
      <dgm:prSet/>
      <dgm:spPr/>
      <dgm:t>
        <a:bodyPr/>
        <a:lstStyle/>
        <a:p>
          <a:endParaRPr lang="en-US"/>
        </a:p>
      </dgm:t>
    </dgm:pt>
    <dgm:pt modelId="{5EDDDCF5-8213-4E88-B572-A2EFA7E44ED4}" type="sibTrans" cxnId="{123F97B1-EA2B-4463-89A8-4116BC21BB44}">
      <dgm:prSet/>
      <dgm:spPr/>
      <dgm:t>
        <a:bodyPr/>
        <a:lstStyle/>
        <a:p>
          <a:endParaRPr lang="en-US"/>
        </a:p>
      </dgm:t>
    </dgm:pt>
    <dgm:pt modelId="{CAFADE47-CCD0-4B1E-BC2E-AC20B81B423E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/>
            <a:t>Status (</a:t>
          </a:r>
          <a:r>
            <a:rPr lang="de-DE" dirty="0" err="1"/>
            <a:t>To</a:t>
          </a:r>
          <a:r>
            <a:rPr lang="de-DE" dirty="0"/>
            <a:t> Do / In Progress / </a:t>
          </a:r>
          <a:r>
            <a:rPr lang="de-DE" dirty="0" err="1"/>
            <a:t>Done</a:t>
          </a:r>
          <a:r>
            <a:rPr lang="de-DE" dirty="0"/>
            <a:t>  … )</a:t>
          </a:r>
          <a:endParaRPr lang="en-US" dirty="0"/>
        </a:p>
      </dgm:t>
    </dgm:pt>
    <dgm:pt modelId="{F04382F3-9D11-4F08-ACBB-444AA5E75F30}" type="parTrans" cxnId="{5B97E36B-827D-473C-8716-41FF4D2EFB40}">
      <dgm:prSet/>
      <dgm:spPr/>
      <dgm:t>
        <a:bodyPr/>
        <a:lstStyle/>
        <a:p>
          <a:endParaRPr lang="en-US"/>
        </a:p>
      </dgm:t>
    </dgm:pt>
    <dgm:pt modelId="{CB61EC71-9E56-4548-9A63-AFD716064F15}" type="sibTrans" cxnId="{5B97E36B-827D-473C-8716-41FF4D2EFB40}">
      <dgm:prSet/>
      <dgm:spPr/>
      <dgm:t>
        <a:bodyPr/>
        <a:lstStyle/>
        <a:p>
          <a:endParaRPr lang="en-US"/>
        </a:p>
      </dgm:t>
    </dgm:pt>
    <dgm:pt modelId="{A4C55444-DA1E-43D8-B66F-964A5AF7C43F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Priority ( Low / Medium / High )</a:t>
          </a:r>
          <a:endParaRPr lang="en-US"/>
        </a:p>
      </dgm:t>
    </dgm:pt>
    <dgm:pt modelId="{E7559D29-6325-4B23-8887-9E6D404E2BB0}" type="parTrans" cxnId="{7F245F9F-8E3C-4123-B576-B2A56053CA47}">
      <dgm:prSet/>
      <dgm:spPr/>
      <dgm:t>
        <a:bodyPr/>
        <a:lstStyle/>
        <a:p>
          <a:endParaRPr lang="en-US"/>
        </a:p>
      </dgm:t>
    </dgm:pt>
    <dgm:pt modelId="{4EDB1D5E-0D6C-4386-B785-5FF451DE8C59}" type="sibTrans" cxnId="{7F245F9F-8E3C-4123-B576-B2A56053CA47}">
      <dgm:prSet/>
      <dgm:spPr/>
      <dgm:t>
        <a:bodyPr/>
        <a:lstStyle/>
        <a:p>
          <a:endParaRPr lang="en-US"/>
        </a:p>
      </dgm:t>
    </dgm:pt>
    <dgm:pt modelId="{39ADC767-CA72-4D48-B4A0-63D0D48C8755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Add labels / epics for categorization</a:t>
          </a:r>
          <a:endParaRPr lang="en-US"/>
        </a:p>
      </dgm:t>
    </dgm:pt>
    <dgm:pt modelId="{42226A45-DC05-43DE-A335-EE30D3A7FDBA}" type="parTrans" cxnId="{DF0E0B10-A181-446E-86B2-42365837852F}">
      <dgm:prSet/>
      <dgm:spPr/>
      <dgm:t>
        <a:bodyPr/>
        <a:lstStyle/>
        <a:p>
          <a:endParaRPr lang="en-US"/>
        </a:p>
      </dgm:t>
    </dgm:pt>
    <dgm:pt modelId="{B2B98AA4-6BE1-4FFF-82D8-D630C935DDB0}" type="sibTrans" cxnId="{DF0E0B10-A181-446E-86B2-42365837852F}">
      <dgm:prSet/>
      <dgm:spPr/>
      <dgm:t>
        <a:bodyPr/>
        <a:lstStyle/>
        <a:p>
          <a:endParaRPr lang="en-US"/>
        </a:p>
      </dgm:t>
    </dgm:pt>
    <dgm:pt modelId="{4075E3EC-5FCB-4D13-BE80-9FA7D32222AB}" type="pres">
      <dgm:prSet presAssocID="{A82A0941-F412-449B-AFCA-8CC70405BFCE}" presName="root" presStyleCnt="0">
        <dgm:presLayoutVars>
          <dgm:dir/>
          <dgm:resizeHandles val="exact"/>
        </dgm:presLayoutVars>
      </dgm:prSet>
      <dgm:spPr/>
    </dgm:pt>
    <dgm:pt modelId="{96AD8B50-070D-434F-9527-FC4E92071663}" type="pres">
      <dgm:prSet presAssocID="{B52389DD-C219-4790-BB47-9197E1400E68}" presName="compNode" presStyleCnt="0"/>
      <dgm:spPr/>
    </dgm:pt>
    <dgm:pt modelId="{7BD869FC-B461-4CFA-8B81-9E82518E424C}" type="pres">
      <dgm:prSet presAssocID="{B52389DD-C219-4790-BB47-9197E1400E68}" presName="bgRect" presStyleLbl="bgShp" presStyleIdx="0" presStyleCnt="4"/>
      <dgm:spPr/>
    </dgm:pt>
    <dgm:pt modelId="{9511ED16-F34E-4AD6-B66D-3F70BA517240}" type="pres">
      <dgm:prSet presAssocID="{B52389DD-C219-4790-BB47-9197E1400E68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dierer"/>
        </a:ext>
      </dgm:extLst>
    </dgm:pt>
    <dgm:pt modelId="{97C3CFA4-237C-4F89-AECC-B7F60745C7FD}" type="pres">
      <dgm:prSet presAssocID="{B52389DD-C219-4790-BB47-9197E1400E68}" presName="spaceRect" presStyleCnt="0"/>
      <dgm:spPr/>
    </dgm:pt>
    <dgm:pt modelId="{0CB23EAF-429C-456E-8642-801A780F6054}" type="pres">
      <dgm:prSet presAssocID="{B52389DD-C219-4790-BB47-9197E1400E68}" presName="parTx" presStyleLbl="revTx" presStyleIdx="0" presStyleCnt="5">
        <dgm:presLayoutVars>
          <dgm:chMax val="0"/>
          <dgm:chPref val="0"/>
        </dgm:presLayoutVars>
      </dgm:prSet>
      <dgm:spPr/>
    </dgm:pt>
    <dgm:pt modelId="{FF1319D6-B791-41CA-A4A9-64773289A201}" type="pres">
      <dgm:prSet presAssocID="{474CE836-75EE-4EA6-A9AC-96F0F9FD3A2F}" presName="sibTrans" presStyleCnt="0"/>
      <dgm:spPr/>
    </dgm:pt>
    <dgm:pt modelId="{08925671-D2CC-4257-89CC-A2EDD0AC2ABE}" type="pres">
      <dgm:prSet presAssocID="{5CCF05DD-F03F-431A-8E66-6B443191FE34}" presName="compNode" presStyleCnt="0"/>
      <dgm:spPr/>
    </dgm:pt>
    <dgm:pt modelId="{CC426A96-FFDB-4266-A757-CD996B6C4DB4}" type="pres">
      <dgm:prSet presAssocID="{5CCF05DD-F03F-431A-8E66-6B443191FE34}" presName="bgRect" presStyleLbl="bgShp" presStyleIdx="1" presStyleCnt="4"/>
      <dgm:spPr/>
    </dgm:pt>
    <dgm:pt modelId="{1988A234-0E14-48AC-8EB6-6A70D849B03F}" type="pres">
      <dgm:prSet presAssocID="{5CCF05DD-F03F-431A-8E66-6B443191FE34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enutzer"/>
        </a:ext>
      </dgm:extLst>
    </dgm:pt>
    <dgm:pt modelId="{B327B8B3-3B64-40B4-8B15-0F750982B6D5}" type="pres">
      <dgm:prSet presAssocID="{5CCF05DD-F03F-431A-8E66-6B443191FE34}" presName="spaceRect" presStyleCnt="0"/>
      <dgm:spPr/>
    </dgm:pt>
    <dgm:pt modelId="{4D01CF91-04D6-4181-87C6-F387D13098CC}" type="pres">
      <dgm:prSet presAssocID="{5CCF05DD-F03F-431A-8E66-6B443191FE34}" presName="parTx" presStyleLbl="revTx" presStyleIdx="1" presStyleCnt="5">
        <dgm:presLayoutVars>
          <dgm:chMax val="0"/>
          <dgm:chPref val="0"/>
        </dgm:presLayoutVars>
      </dgm:prSet>
      <dgm:spPr/>
    </dgm:pt>
    <dgm:pt modelId="{6CCAD248-3F0E-448F-BC9E-96FEB1F82AC6}" type="pres">
      <dgm:prSet presAssocID="{207249D5-8BE9-476E-9834-02027EE6FDD1}" presName="sibTrans" presStyleCnt="0"/>
      <dgm:spPr/>
    </dgm:pt>
    <dgm:pt modelId="{EBD868B3-45A6-4F68-AA44-FCE0E22F4B54}" type="pres">
      <dgm:prSet presAssocID="{3CA5A2EF-4627-4D31-AFEC-AA033501C5D4}" presName="compNode" presStyleCnt="0"/>
      <dgm:spPr/>
    </dgm:pt>
    <dgm:pt modelId="{2E6C152C-E176-4EF6-A215-A5A239D3187B}" type="pres">
      <dgm:prSet presAssocID="{3CA5A2EF-4627-4D31-AFEC-AA033501C5D4}" presName="bgRect" presStyleLbl="bgShp" presStyleIdx="2" presStyleCnt="4"/>
      <dgm:spPr/>
    </dgm:pt>
    <dgm:pt modelId="{4B674C94-901C-4D64-A9CE-27A8F67F7D24}" type="pres">
      <dgm:prSet presAssocID="{3CA5A2EF-4627-4D31-AFEC-AA033501C5D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ern"/>
        </a:ext>
      </dgm:extLst>
    </dgm:pt>
    <dgm:pt modelId="{D1E41B78-B143-4227-88EF-FB74FA0C6C61}" type="pres">
      <dgm:prSet presAssocID="{3CA5A2EF-4627-4D31-AFEC-AA033501C5D4}" presName="spaceRect" presStyleCnt="0"/>
      <dgm:spPr/>
    </dgm:pt>
    <dgm:pt modelId="{A111DF8C-E82B-4F1B-8F95-841691900A1C}" type="pres">
      <dgm:prSet presAssocID="{3CA5A2EF-4627-4D31-AFEC-AA033501C5D4}" presName="parTx" presStyleLbl="revTx" presStyleIdx="2" presStyleCnt="5">
        <dgm:presLayoutVars>
          <dgm:chMax val="0"/>
          <dgm:chPref val="0"/>
        </dgm:presLayoutVars>
      </dgm:prSet>
      <dgm:spPr/>
    </dgm:pt>
    <dgm:pt modelId="{5333471D-7F93-4B45-9FEF-B14C742E1E7E}" type="pres">
      <dgm:prSet presAssocID="{3CA5A2EF-4627-4D31-AFEC-AA033501C5D4}" presName="desTx" presStyleLbl="revTx" presStyleIdx="3" presStyleCnt="5" custLinFactNeighborX="-61243">
        <dgm:presLayoutVars/>
      </dgm:prSet>
      <dgm:spPr/>
    </dgm:pt>
    <dgm:pt modelId="{DCA09A58-E17C-45A3-B21A-5E1EB6257993}" type="pres">
      <dgm:prSet presAssocID="{5EDDDCF5-8213-4E88-B572-A2EFA7E44ED4}" presName="sibTrans" presStyleCnt="0"/>
      <dgm:spPr/>
    </dgm:pt>
    <dgm:pt modelId="{E3B324CA-C9CD-4E40-BF11-33A175025A98}" type="pres">
      <dgm:prSet presAssocID="{39ADC767-CA72-4D48-B4A0-63D0D48C8755}" presName="compNode" presStyleCnt="0"/>
      <dgm:spPr/>
    </dgm:pt>
    <dgm:pt modelId="{38E6E0BD-BD6C-43C7-A2D3-69B663BD8BB7}" type="pres">
      <dgm:prSet presAssocID="{39ADC767-CA72-4D48-B4A0-63D0D48C8755}" presName="bgRect" presStyleLbl="bgShp" presStyleIdx="3" presStyleCnt="4"/>
      <dgm:spPr/>
    </dgm:pt>
    <dgm:pt modelId="{7DE821EB-5612-4580-8DF1-296BC174EFA6}" type="pres">
      <dgm:prSet presAssocID="{39ADC767-CA72-4D48-B4A0-63D0D48C8755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11040B06-412F-467E-9693-5C2E2402584F}" type="pres">
      <dgm:prSet presAssocID="{39ADC767-CA72-4D48-B4A0-63D0D48C8755}" presName="spaceRect" presStyleCnt="0"/>
      <dgm:spPr/>
    </dgm:pt>
    <dgm:pt modelId="{C4D41BC0-FF9B-4804-930A-EA4D29800FC2}" type="pres">
      <dgm:prSet presAssocID="{39ADC767-CA72-4D48-B4A0-63D0D48C8755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DF0E0B10-A181-446E-86B2-42365837852F}" srcId="{A82A0941-F412-449B-AFCA-8CC70405BFCE}" destId="{39ADC767-CA72-4D48-B4A0-63D0D48C8755}" srcOrd="3" destOrd="0" parTransId="{42226A45-DC05-43DE-A335-EE30D3A7FDBA}" sibTransId="{B2B98AA4-6BE1-4FFF-82D8-D630C935DDB0}"/>
    <dgm:cxn modelId="{F96CDA27-33F1-43A8-AE5A-1E707B95BE2C}" type="presOf" srcId="{A82A0941-F412-449B-AFCA-8CC70405BFCE}" destId="{4075E3EC-5FCB-4D13-BE80-9FA7D32222AB}" srcOrd="0" destOrd="0" presId="urn:microsoft.com/office/officeart/2018/2/layout/IconVerticalSolidList"/>
    <dgm:cxn modelId="{B057553E-7B1E-4604-B1EE-74ACDC5A8D98}" type="presOf" srcId="{B52389DD-C219-4790-BB47-9197E1400E68}" destId="{0CB23EAF-429C-456E-8642-801A780F6054}" srcOrd="0" destOrd="0" presId="urn:microsoft.com/office/officeart/2018/2/layout/IconVerticalSolidList"/>
    <dgm:cxn modelId="{B4DA1161-1364-42D7-91F4-8211522596FE}" type="presOf" srcId="{A4C55444-DA1E-43D8-B66F-964A5AF7C43F}" destId="{5333471D-7F93-4B45-9FEF-B14C742E1E7E}" srcOrd="0" destOrd="1" presId="urn:microsoft.com/office/officeart/2018/2/layout/IconVerticalSolidList"/>
    <dgm:cxn modelId="{5B97E36B-827D-473C-8716-41FF4D2EFB40}" srcId="{3CA5A2EF-4627-4D31-AFEC-AA033501C5D4}" destId="{CAFADE47-CCD0-4B1E-BC2E-AC20B81B423E}" srcOrd="0" destOrd="0" parTransId="{F04382F3-9D11-4F08-ACBB-444AA5E75F30}" sibTransId="{CB61EC71-9E56-4548-9A63-AFD716064F15}"/>
    <dgm:cxn modelId="{5E527359-686C-4359-9C58-604D654F8799}" type="presOf" srcId="{5CCF05DD-F03F-431A-8E66-6B443191FE34}" destId="{4D01CF91-04D6-4181-87C6-F387D13098CC}" srcOrd="0" destOrd="0" presId="urn:microsoft.com/office/officeart/2018/2/layout/IconVerticalSolidList"/>
    <dgm:cxn modelId="{7F245F9F-8E3C-4123-B576-B2A56053CA47}" srcId="{3CA5A2EF-4627-4D31-AFEC-AA033501C5D4}" destId="{A4C55444-DA1E-43D8-B66F-964A5AF7C43F}" srcOrd="1" destOrd="0" parTransId="{E7559D29-6325-4B23-8887-9E6D404E2BB0}" sibTransId="{4EDB1D5E-0D6C-4386-B785-5FF451DE8C59}"/>
    <dgm:cxn modelId="{B675D4A0-6B3A-4EAD-9552-AE147CF34802}" srcId="{A82A0941-F412-449B-AFCA-8CC70405BFCE}" destId="{5CCF05DD-F03F-431A-8E66-6B443191FE34}" srcOrd="1" destOrd="0" parTransId="{5C474E6C-B2C9-407A-A9B7-C8A4FAFEE4C0}" sibTransId="{207249D5-8BE9-476E-9834-02027EE6FDD1}"/>
    <dgm:cxn modelId="{123F97B1-EA2B-4463-89A8-4116BC21BB44}" srcId="{A82A0941-F412-449B-AFCA-8CC70405BFCE}" destId="{3CA5A2EF-4627-4D31-AFEC-AA033501C5D4}" srcOrd="2" destOrd="0" parTransId="{2061CCBB-C9B6-4ACD-95A3-9A33802A5ADF}" sibTransId="{5EDDDCF5-8213-4E88-B572-A2EFA7E44ED4}"/>
    <dgm:cxn modelId="{4C447DB2-64E7-4325-BF0B-FDA9257C606A}" type="presOf" srcId="{3CA5A2EF-4627-4D31-AFEC-AA033501C5D4}" destId="{A111DF8C-E82B-4F1B-8F95-841691900A1C}" srcOrd="0" destOrd="0" presId="urn:microsoft.com/office/officeart/2018/2/layout/IconVerticalSolidList"/>
    <dgm:cxn modelId="{324035C4-30DD-4F92-AE10-1EE7ECB4DB60}" type="presOf" srcId="{CAFADE47-CCD0-4B1E-BC2E-AC20B81B423E}" destId="{5333471D-7F93-4B45-9FEF-B14C742E1E7E}" srcOrd="0" destOrd="0" presId="urn:microsoft.com/office/officeart/2018/2/layout/IconVerticalSolidList"/>
    <dgm:cxn modelId="{570094C7-DB59-4190-BB3E-20BF78988795}" type="presOf" srcId="{39ADC767-CA72-4D48-B4A0-63D0D48C8755}" destId="{C4D41BC0-FF9B-4804-930A-EA4D29800FC2}" srcOrd="0" destOrd="0" presId="urn:microsoft.com/office/officeart/2018/2/layout/IconVerticalSolidList"/>
    <dgm:cxn modelId="{D60455E6-3F84-43FC-83DA-565EA3E82329}" srcId="{A82A0941-F412-449B-AFCA-8CC70405BFCE}" destId="{B52389DD-C219-4790-BB47-9197E1400E68}" srcOrd="0" destOrd="0" parTransId="{EDB98E07-57D9-40BE-B713-EC943659939E}" sibTransId="{474CE836-75EE-4EA6-A9AC-96F0F9FD3A2F}"/>
    <dgm:cxn modelId="{0DECE55A-7796-4B4C-B961-AA133A9786C2}" type="presParOf" srcId="{4075E3EC-5FCB-4D13-BE80-9FA7D32222AB}" destId="{96AD8B50-070D-434F-9527-FC4E92071663}" srcOrd="0" destOrd="0" presId="urn:microsoft.com/office/officeart/2018/2/layout/IconVerticalSolidList"/>
    <dgm:cxn modelId="{27B9898F-1144-4491-A299-FBC16B8331CB}" type="presParOf" srcId="{96AD8B50-070D-434F-9527-FC4E92071663}" destId="{7BD869FC-B461-4CFA-8B81-9E82518E424C}" srcOrd="0" destOrd="0" presId="urn:microsoft.com/office/officeart/2018/2/layout/IconVerticalSolidList"/>
    <dgm:cxn modelId="{10EC2E30-E451-4901-8110-F8EC150DF10E}" type="presParOf" srcId="{96AD8B50-070D-434F-9527-FC4E92071663}" destId="{9511ED16-F34E-4AD6-B66D-3F70BA517240}" srcOrd="1" destOrd="0" presId="urn:microsoft.com/office/officeart/2018/2/layout/IconVerticalSolidList"/>
    <dgm:cxn modelId="{00BDE07E-570B-428D-BB23-932CB8FEF560}" type="presParOf" srcId="{96AD8B50-070D-434F-9527-FC4E92071663}" destId="{97C3CFA4-237C-4F89-AECC-B7F60745C7FD}" srcOrd="2" destOrd="0" presId="urn:microsoft.com/office/officeart/2018/2/layout/IconVerticalSolidList"/>
    <dgm:cxn modelId="{11AD51F5-EF67-4F18-8FD0-E2089145626F}" type="presParOf" srcId="{96AD8B50-070D-434F-9527-FC4E92071663}" destId="{0CB23EAF-429C-456E-8642-801A780F6054}" srcOrd="3" destOrd="0" presId="urn:microsoft.com/office/officeart/2018/2/layout/IconVerticalSolidList"/>
    <dgm:cxn modelId="{46119394-7A8A-4789-8A1F-11A22F840799}" type="presParOf" srcId="{4075E3EC-5FCB-4D13-BE80-9FA7D32222AB}" destId="{FF1319D6-B791-41CA-A4A9-64773289A201}" srcOrd="1" destOrd="0" presId="urn:microsoft.com/office/officeart/2018/2/layout/IconVerticalSolidList"/>
    <dgm:cxn modelId="{BAA13E75-B566-4799-8CAA-6F8961B74C2A}" type="presParOf" srcId="{4075E3EC-5FCB-4D13-BE80-9FA7D32222AB}" destId="{08925671-D2CC-4257-89CC-A2EDD0AC2ABE}" srcOrd="2" destOrd="0" presId="urn:microsoft.com/office/officeart/2018/2/layout/IconVerticalSolidList"/>
    <dgm:cxn modelId="{92F5B169-1A9E-4477-94F9-1AF75920C118}" type="presParOf" srcId="{08925671-D2CC-4257-89CC-A2EDD0AC2ABE}" destId="{CC426A96-FFDB-4266-A757-CD996B6C4DB4}" srcOrd="0" destOrd="0" presId="urn:microsoft.com/office/officeart/2018/2/layout/IconVerticalSolidList"/>
    <dgm:cxn modelId="{7C11C481-1A7F-46BB-B0A2-8C3B85E05AC3}" type="presParOf" srcId="{08925671-D2CC-4257-89CC-A2EDD0AC2ABE}" destId="{1988A234-0E14-48AC-8EB6-6A70D849B03F}" srcOrd="1" destOrd="0" presId="urn:microsoft.com/office/officeart/2018/2/layout/IconVerticalSolidList"/>
    <dgm:cxn modelId="{D7EDAD3A-475F-40D8-A227-A90067169306}" type="presParOf" srcId="{08925671-D2CC-4257-89CC-A2EDD0AC2ABE}" destId="{B327B8B3-3B64-40B4-8B15-0F750982B6D5}" srcOrd="2" destOrd="0" presId="urn:microsoft.com/office/officeart/2018/2/layout/IconVerticalSolidList"/>
    <dgm:cxn modelId="{8FE3C881-AA97-4F6A-989B-1A2F048CC21E}" type="presParOf" srcId="{08925671-D2CC-4257-89CC-A2EDD0AC2ABE}" destId="{4D01CF91-04D6-4181-87C6-F387D13098CC}" srcOrd="3" destOrd="0" presId="urn:microsoft.com/office/officeart/2018/2/layout/IconVerticalSolidList"/>
    <dgm:cxn modelId="{0ED269B1-509F-4FC3-B5C2-3DB2141F7141}" type="presParOf" srcId="{4075E3EC-5FCB-4D13-BE80-9FA7D32222AB}" destId="{6CCAD248-3F0E-448F-BC9E-96FEB1F82AC6}" srcOrd="3" destOrd="0" presId="urn:microsoft.com/office/officeart/2018/2/layout/IconVerticalSolidList"/>
    <dgm:cxn modelId="{1A2BDA57-1915-4833-8567-6E244208158C}" type="presParOf" srcId="{4075E3EC-5FCB-4D13-BE80-9FA7D32222AB}" destId="{EBD868B3-45A6-4F68-AA44-FCE0E22F4B54}" srcOrd="4" destOrd="0" presId="urn:microsoft.com/office/officeart/2018/2/layout/IconVerticalSolidList"/>
    <dgm:cxn modelId="{6D124A90-2FE5-42D3-AFA4-BD63D6B74AFF}" type="presParOf" srcId="{EBD868B3-45A6-4F68-AA44-FCE0E22F4B54}" destId="{2E6C152C-E176-4EF6-A215-A5A239D3187B}" srcOrd="0" destOrd="0" presId="urn:microsoft.com/office/officeart/2018/2/layout/IconVerticalSolidList"/>
    <dgm:cxn modelId="{5288F23B-0FA8-471A-955E-E9D2FC9F6FDC}" type="presParOf" srcId="{EBD868B3-45A6-4F68-AA44-FCE0E22F4B54}" destId="{4B674C94-901C-4D64-A9CE-27A8F67F7D24}" srcOrd="1" destOrd="0" presId="urn:microsoft.com/office/officeart/2018/2/layout/IconVerticalSolidList"/>
    <dgm:cxn modelId="{C3253F99-168C-4E4B-9202-FD8741CAE44A}" type="presParOf" srcId="{EBD868B3-45A6-4F68-AA44-FCE0E22F4B54}" destId="{D1E41B78-B143-4227-88EF-FB74FA0C6C61}" srcOrd="2" destOrd="0" presId="urn:microsoft.com/office/officeart/2018/2/layout/IconVerticalSolidList"/>
    <dgm:cxn modelId="{2CC3B5F5-9586-4448-A4EA-A1AC2DA8F83B}" type="presParOf" srcId="{EBD868B3-45A6-4F68-AA44-FCE0E22F4B54}" destId="{A111DF8C-E82B-4F1B-8F95-841691900A1C}" srcOrd="3" destOrd="0" presId="urn:microsoft.com/office/officeart/2018/2/layout/IconVerticalSolidList"/>
    <dgm:cxn modelId="{6402AD28-0FCC-46E2-9851-C7A5EB5FEA44}" type="presParOf" srcId="{EBD868B3-45A6-4F68-AA44-FCE0E22F4B54}" destId="{5333471D-7F93-4B45-9FEF-B14C742E1E7E}" srcOrd="4" destOrd="0" presId="urn:microsoft.com/office/officeart/2018/2/layout/IconVerticalSolidList"/>
    <dgm:cxn modelId="{E47C1E94-F1A6-4146-8B70-D864C32595B1}" type="presParOf" srcId="{4075E3EC-5FCB-4D13-BE80-9FA7D32222AB}" destId="{DCA09A58-E17C-45A3-B21A-5E1EB6257993}" srcOrd="5" destOrd="0" presId="urn:microsoft.com/office/officeart/2018/2/layout/IconVerticalSolidList"/>
    <dgm:cxn modelId="{A422F8E6-DEBF-4EED-87E2-7E5A15646E64}" type="presParOf" srcId="{4075E3EC-5FCB-4D13-BE80-9FA7D32222AB}" destId="{E3B324CA-C9CD-4E40-BF11-33A175025A98}" srcOrd="6" destOrd="0" presId="urn:microsoft.com/office/officeart/2018/2/layout/IconVerticalSolidList"/>
    <dgm:cxn modelId="{0A5FBB6D-4582-438B-8DC6-ACD85CE586B9}" type="presParOf" srcId="{E3B324CA-C9CD-4E40-BF11-33A175025A98}" destId="{38E6E0BD-BD6C-43C7-A2D3-69B663BD8BB7}" srcOrd="0" destOrd="0" presId="urn:microsoft.com/office/officeart/2018/2/layout/IconVerticalSolidList"/>
    <dgm:cxn modelId="{76DB7877-1ED3-4E2A-99DC-D88D9D6EC752}" type="presParOf" srcId="{E3B324CA-C9CD-4E40-BF11-33A175025A98}" destId="{7DE821EB-5612-4580-8DF1-296BC174EFA6}" srcOrd="1" destOrd="0" presId="urn:microsoft.com/office/officeart/2018/2/layout/IconVerticalSolidList"/>
    <dgm:cxn modelId="{2E24FF91-8952-4468-8438-2AA1D41D4BB7}" type="presParOf" srcId="{E3B324CA-C9CD-4E40-BF11-33A175025A98}" destId="{11040B06-412F-467E-9693-5C2E2402584F}" srcOrd="2" destOrd="0" presId="urn:microsoft.com/office/officeart/2018/2/layout/IconVerticalSolidList"/>
    <dgm:cxn modelId="{CCF45AF1-A49C-4AD2-833C-9FDF234EE2DA}" type="presParOf" srcId="{E3B324CA-C9CD-4E40-BF11-33A175025A98}" destId="{C4D41BC0-FF9B-4804-930A-EA4D29800FC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6CD6E06-8E82-46EE-8941-E9EEF8684AFA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733CADD-53EC-4FC9-A8B4-286FA35A855F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de-DE"/>
            <a:t>Filter tasks by:</a:t>
          </a:r>
          <a:endParaRPr lang="en-US"/>
        </a:p>
      </dgm:t>
    </dgm:pt>
    <dgm:pt modelId="{C28901D2-F2B3-4B80-AA0C-B82213949828}" type="parTrans" cxnId="{935064A5-319D-49C5-A996-DF1CBB3193A2}">
      <dgm:prSet/>
      <dgm:spPr/>
      <dgm:t>
        <a:bodyPr/>
        <a:lstStyle/>
        <a:p>
          <a:endParaRPr lang="en-US"/>
        </a:p>
      </dgm:t>
    </dgm:pt>
    <dgm:pt modelId="{6006F776-426E-4A7C-99BE-587C758CFF85}" type="sibTrans" cxnId="{935064A5-319D-49C5-A996-DF1CBB3193A2}">
      <dgm:prSet/>
      <dgm:spPr/>
      <dgm:t>
        <a:bodyPr/>
        <a:lstStyle/>
        <a:p>
          <a:endParaRPr lang="en-US"/>
        </a:p>
      </dgm:t>
    </dgm:pt>
    <dgm:pt modelId="{AD28211F-6E14-4908-A88E-15E2ED7C4BB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de-DE" sz="1600" dirty="0" err="1"/>
            <a:t>Assigned</a:t>
          </a:r>
          <a:r>
            <a:rPr lang="de-DE" sz="1600" dirty="0"/>
            <a:t> </a:t>
          </a:r>
          <a:r>
            <a:rPr lang="de-DE" sz="1600" dirty="0" err="1"/>
            <a:t>user</a:t>
          </a:r>
          <a:endParaRPr lang="en-US" sz="1600" dirty="0"/>
        </a:p>
      </dgm:t>
    </dgm:pt>
    <dgm:pt modelId="{F550A4A8-1A0C-435D-9C39-F12E16855F07}" type="parTrans" cxnId="{AB65E333-4FF7-40F0-9E10-F261B4EAA823}">
      <dgm:prSet/>
      <dgm:spPr/>
      <dgm:t>
        <a:bodyPr/>
        <a:lstStyle/>
        <a:p>
          <a:endParaRPr lang="en-US"/>
        </a:p>
      </dgm:t>
    </dgm:pt>
    <dgm:pt modelId="{6E7FE3B6-ACC6-4CDA-ADA6-4A51ED518282}" type="sibTrans" cxnId="{AB65E333-4FF7-40F0-9E10-F261B4EAA823}">
      <dgm:prSet/>
      <dgm:spPr/>
      <dgm:t>
        <a:bodyPr/>
        <a:lstStyle/>
        <a:p>
          <a:endParaRPr lang="en-US"/>
        </a:p>
      </dgm:t>
    </dgm:pt>
    <dgm:pt modelId="{F60A99F3-B00E-4014-84E3-7CE264D413A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de-DE" sz="1600" dirty="0" err="1"/>
            <a:t>Priority</a:t>
          </a:r>
          <a:endParaRPr lang="en-US" sz="1600" dirty="0"/>
        </a:p>
      </dgm:t>
    </dgm:pt>
    <dgm:pt modelId="{4F2CF8A5-BE87-4F4B-ADDA-4583DA82D139}" type="parTrans" cxnId="{1F9FD807-0E5A-4841-AB99-B87009986591}">
      <dgm:prSet/>
      <dgm:spPr/>
      <dgm:t>
        <a:bodyPr/>
        <a:lstStyle/>
        <a:p>
          <a:endParaRPr lang="en-US"/>
        </a:p>
      </dgm:t>
    </dgm:pt>
    <dgm:pt modelId="{5255F901-B1AB-48E7-A0BE-ADEF255A3921}" type="sibTrans" cxnId="{1F9FD807-0E5A-4841-AB99-B87009986591}">
      <dgm:prSet/>
      <dgm:spPr/>
      <dgm:t>
        <a:bodyPr/>
        <a:lstStyle/>
        <a:p>
          <a:endParaRPr lang="en-US"/>
        </a:p>
      </dgm:t>
    </dgm:pt>
    <dgm:pt modelId="{CCEC0143-F01D-486A-9A34-69CCF73025E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de-DE" sz="1600" dirty="0"/>
            <a:t>Status</a:t>
          </a:r>
          <a:endParaRPr lang="en-US" sz="1600" dirty="0"/>
        </a:p>
      </dgm:t>
    </dgm:pt>
    <dgm:pt modelId="{E21E8650-FBD8-42A8-9B47-B103AD3AB798}" type="parTrans" cxnId="{27AB8508-ABDA-48E7-8633-1FDEB62D942E}">
      <dgm:prSet/>
      <dgm:spPr/>
      <dgm:t>
        <a:bodyPr/>
        <a:lstStyle/>
        <a:p>
          <a:endParaRPr lang="en-US"/>
        </a:p>
      </dgm:t>
    </dgm:pt>
    <dgm:pt modelId="{8738BE2F-A072-4EED-A332-2737D044EEA8}" type="sibTrans" cxnId="{27AB8508-ABDA-48E7-8633-1FDEB62D942E}">
      <dgm:prSet/>
      <dgm:spPr/>
      <dgm:t>
        <a:bodyPr/>
        <a:lstStyle/>
        <a:p>
          <a:endParaRPr lang="en-US"/>
        </a:p>
      </dgm:t>
    </dgm:pt>
    <dgm:pt modelId="{038F7FCD-5434-4CCA-BA3E-2899F845FEA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de-DE"/>
            <a:t>Keyword-based search</a:t>
          </a:r>
          <a:endParaRPr lang="en-US"/>
        </a:p>
      </dgm:t>
    </dgm:pt>
    <dgm:pt modelId="{C7C6A63A-C1D5-41C6-A6ED-9CB9AAA98C19}" type="parTrans" cxnId="{56C57FDA-57B3-4831-9960-3543E6A38671}">
      <dgm:prSet/>
      <dgm:spPr/>
      <dgm:t>
        <a:bodyPr/>
        <a:lstStyle/>
        <a:p>
          <a:endParaRPr lang="en-US"/>
        </a:p>
      </dgm:t>
    </dgm:pt>
    <dgm:pt modelId="{B26F112A-3A49-4A3E-B0AB-76DADF26C137}" type="sibTrans" cxnId="{56C57FDA-57B3-4831-9960-3543E6A38671}">
      <dgm:prSet/>
      <dgm:spPr/>
      <dgm:t>
        <a:bodyPr/>
        <a:lstStyle/>
        <a:p>
          <a:endParaRPr lang="en-US"/>
        </a:p>
      </dgm:t>
    </dgm:pt>
    <dgm:pt modelId="{146DF235-457F-46BE-9A01-E37BD37E35C7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de-DE"/>
            <a:t>Improves productivity &amp; navigation</a:t>
          </a:r>
          <a:endParaRPr lang="en-US"/>
        </a:p>
      </dgm:t>
    </dgm:pt>
    <dgm:pt modelId="{C5DB6811-1FB6-4F99-9107-E7EC949DFB09}" type="parTrans" cxnId="{C4E4943B-9762-4393-BB58-DC783657BF6E}">
      <dgm:prSet/>
      <dgm:spPr/>
      <dgm:t>
        <a:bodyPr/>
        <a:lstStyle/>
        <a:p>
          <a:endParaRPr lang="en-US"/>
        </a:p>
      </dgm:t>
    </dgm:pt>
    <dgm:pt modelId="{A424D858-BBEB-476D-9D97-1FDA7EA15FA3}" type="sibTrans" cxnId="{C4E4943B-9762-4393-BB58-DC783657BF6E}">
      <dgm:prSet/>
      <dgm:spPr/>
      <dgm:t>
        <a:bodyPr/>
        <a:lstStyle/>
        <a:p>
          <a:endParaRPr lang="en-US"/>
        </a:p>
      </dgm:t>
    </dgm:pt>
    <dgm:pt modelId="{717CA20F-D0D3-4028-AFA1-507B54719E23}" type="pres">
      <dgm:prSet presAssocID="{16CD6E06-8E82-46EE-8941-E9EEF8684AFA}" presName="root" presStyleCnt="0">
        <dgm:presLayoutVars>
          <dgm:dir/>
          <dgm:resizeHandles val="exact"/>
        </dgm:presLayoutVars>
      </dgm:prSet>
      <dgm:spPr/>
    </dgm:pt>
    <dgm:pt modelId="{8FA3F361-29E0-424B-B339-DD358DE2DBF1}" type="pres">
      <dgm:prSet presAssocID="{A733CADD-53EC-4FC9-A8B4-286FA35A855F}" presName="compNode" presStyleCnt="0"/>
      <dgm:spPr/>
    </dgm:pt>
    <dgm:pt modelId="{726C3F58-D1DC-4AAF-932C-7429E03E6ADB}" type="pres">
      <dgm:prSet presAssocID="{A733CADD-53EC-4FC9-A8B4-286FA35A855F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3247D0B2-E6A2-4B32-9EC9-75C2A0B40CF6}" type="pres">
      <dgm:prSet presAssocID="{A733CADD-53EC-4FC9-A8B4-286FA35A855F}" presName="iconSpace" presStyleCnt="0"/>
      <dgm:spPr/>
    </dgm:pt>
    <dgm:pt modelId="{2684D61C-76CA-4608-883A-51C06A0EF12C}" type="pres">
      <dgm:prSet presAssocID="{A733CADD-53EC-4FC9-A8B4-286FA35A855F}" presName="parTx" presStyleLbl="revTx" presStyleIdx="0" presStyleCnt="6">
        <dgm:presLayoutVars>
          <dgm:chMax val="0"/>
          <dgm:chPref val="0"/>
        </dgm:presLayoutVars>
      </dgm:prSet>
      <dgm:spPr/>
    </dgm:pt>
    <dgm:pt modelId="{1111321B-B75B-4DB2-B12F-8882838D58C0}" type="pres">
      <dgm:prSet presAssocID="{A733CADD-53EC-4FC9-A8B4-286FA35A855F}" presName="txSpace" presStyleCnt="0"/>
      <dgm:spPr/>
    </dgm:pt>
    <dgm:pt modelId="{47FB293C-3F54-4246-8A95-8E74AB5B9CA2}" type="pres">
      <dgm:prSet presAssocID="{A733CADD-53EC-4FC9-A8B4-286FA35A855F}" presName="desTx" presStyleLbl="revTx" presStyleIdx="1" presStyleCnt="6">
        <dgm:presLayoutVars/>
      </dgm:prSet>
      <dgm:spPr/>
    </dgm:pt>
    <dgm:pt modelId="{530BFC50-CCCC-49C3-B272-41C8C087F62C}" type="pres">
      <dgm:prSet presAssocID="{6006F776-426E-4A7C-99BE-587C758CFF85}" presName="sibTrans" presStyleCnt="0"/>
      <dgm:spPr/>
    </dgm:pt>
    <dgm:pt modelId="{320741B6-6AC6-4D3D-A2FB-287B15AE893A}" type="pres">
      <dgm:prSet presAssocID="{038F7FCD-5434-4CCA-BA3E-2899F845FEAA}" presName="compNode" presStyleCnt="0"/>
      <dgm:spPr/>
    </dgm:pt>
    <dgm:pt modelId="{6EE03D86-E861-4841-95A0-2D577D4FA2E7}" type="pres">
      <dgm:prSet presAssocID="{038F7FCD-5434-4CCA-BA3E-2899F845FEA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cherche"/>
        </a:ext>
      </dgm:extLst>
    </dgm:pt>
    <dgm:pt modelId="{B9AF42AC-ABBE-4B75-A3F1-2796FD8B1BA9}" type="pres">
      <dgm:prSet presAssocID="{038F7FCD-5434-4CCA-BA3E-2899F845FEAA}" presName="iconSpace" presStyleCnt="0"/>
      <dgm:spPr/>
    </dgm:pt>
    <dgm:pt modelId="{77F1C449-4274-46BA-B22F-8584C994515C}" type="pres">
      <dgm:prSet presAssocID="{038F7FCD-5434-4CCA-BA3E-2899F845FEAA}" presName="parTx" presStyleLbl="revTx" presStyleIdx="2" presStyleCnt="6">
        <dgm:presLayoutVars>
          <dgm:chMax val="0"/>
          <dgm:chPref val="0"/>
        </dgm:presLayoutVars>
      </dgm:prSet>
      <dgm:spPr/>
    </dgm:pt>
    <dgm:pt modelId="{B30EB037-5047-4A43-857D-C5C772F3203A}" type="pres">
      <dgm:prSet presAssocID="{038F7FCD-5434-4CCA-BA3E-2899F845FEAA}" presName="txSpace" presStyleCnt="0"/>
      <dgm:spPr/>
    </dgm:pt>
    <dgm:pt modelId="{A86F4341-0780-4C7C-B26A-B3E8835E803A}" type="pres">
      <dgm:prSet presAssocID="{038F7FCD-5434-4CCA-BA3E-2899F845FEAA}" presName="desTx" presStyleLbl="revTx" presStyleIdx="3" presStyleCnt="6">
        <dgm:presLayoutVars/>
      </dgm:prSet>
      <dgm:spPr/>
    </dgm:pt>
    <dgm:pt modelId="{DCF91E70-AC00-49A3-9391-12DB8FDF603A}" type="pres">
      <dgm:prSet presAssocID="{B26F112A-3A49-4A3E-B0AB-76DADF26C137}" presName="sibTrans" presStyleCnt="0"/>
      <dgm:spPr/>
    </dgm:pt>
    <dgm:pt modelId="{7D160F09-FC54-4D89-B645-5C6756770494}" type="pres">
      <dgm:prSet presAssocID="{146DF235-457F-46BE-9A01-E37BD37E35C7}" presName="compNode" presStyleCnt="0"/>
      <dgm:spPr/>
    </dgm:pt>
    <dgm:pt modelId="{2E3FF2DD-93A5-4B9D-AF8A-7DB593C73B72}" type="pres">
      <dgm:prSet presAssocID="{146DF235-457F-46BE-9A01-E37BD37E35C7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p compass"/>
        </a:ext>
      </dgm:extLst>
    </dgm:pt>
    <dgm:pt modelId="{4581B089-FB92-442C-8E74-77620899B151}" type="pres">
      <dgm:prSet presAssocID="{146DF235-457F-46BE-9A01-E37BD37E35C7}" presName="iconSpace" presStyleCnt="0"/>
      <dgm:spPr/>
    </dgm:pt>
    <dgm:pt modelId="{D38F6383-1394-4517-A005-983588E2E49E}" type="pres">
      <dgm:prSet presAssocID="{146DF235-457F-46BE-9A01-E37BD37E35C7}" presName="parTx" presStyleLbl="revTx" presStyleIdx="4" presStyleCnt="6">
        <dgm:presLayoutVars>
          <dgm:chMax val="0"/>
          <dgm:chPref val="0"/>
        </dgm:presLayoutVars>
      </dgm:prSet>
      <dgm:spPr/>
    </dgm:pt>
    <dgm:pt modelId="{ECF9EE71-D653-4307-BF4C-79E68FE728F5}" type="pres">
      <dgm:prSet presAssocID="{146DF235-457F-46BE-9A01-E37BD37E35C7}" presName="txSpace" presStyleCnt="0"/>
      <dgm:spPr/>
    </dgm:pt>
    <dgm:pt modelId="{78078300-3CF3-417B-8519-A87125439218}" type="pres">
      <dgm:prSet presAssocID="{146DF235-457F-46BE-9A01-E37BD37E35C7}" presName="desTx" presStyleLbl="revTx" presStyleIdx="5" presStyleCnt="6">
        <dgm:presLayoutVars/>
      </dgm:prSet>
      <dgm:spPr/>
    </dgm:pt>
  </dgm:ptLst>
  <dgm:cxnLst>
    <dgm:cxn modelId="{35C41305-6BAE-445D-A033-A68B1061EAC7}" type="presOf" srcId="{038F7FCD-5434-4CCA-BA3E-2899F845FEAA}" destId="{77F1C449-4274-46BA-B22F-8584C994515C}" srcOrd="0" destOrd="0" presId="urn:microsoft.com/office/officeart/2018/2/layout/IconLabelDescriptionList"/>
    <dgm:cxn modelId="{AE0BC706-B998-447A-8D16-8B8CA7A7E894}" type="presOf" srcId="{AD28211F-6E14-4908-A88E-15E2ED7C4BB1}" destId="{47FB293C-3F54-4246-8A95-8E74AB5B9CA2}" srcOrd="0" destOrd="0" presId="urn:microsoft.com/office/officeart/2018/2/layout/IconLabelDescriptionList"/>
    <dgm:cxn modelId="{1F9FD807-0E5A-4841-AB99-B87009986591}" srcId="{A733CADD-53EC-4FC9-A8B4-286FA35A855F}" destId="{F60A99F3-B00E-4014-84E3-7CE264D413A9}" srcOrd="1" destOrd="0" parTransId="{4F2CF8A5-BE87-4F4B-ADDA-4583DA82D139}" sibTransId="{5255F901-B1AB-48E7-A0BE-ADEF255A3921}"/>
    <dgm:cxn modelId="{27AB8508-ABDA-48E7-8633-1FDEB62D942E}" srcId="{A733CADD-53EC-4FC9-A8B4-286FA35A855F}" destId="{CCEC0143-F01D-486A-9A34-69CCF73025E0}" srcOrd="2" destOrd="0" parTransId="{E21E8650-FBD8-42A8-9B47-B103AD3AB798}" sibTransId="{8738BE2F-A072-4EED-A332-2737D044EEA8}"/>
    <dgm:cxn modelId="{AB65E333-4FF7-40F0-9E10-F261B4EAA823}" srcId="{A733CADD-53EC-4FC9-A8B4-286FA35A855F}" destId="{AD28211F-6E14-4908-A88E-15E2ED7C4BB1}" srcOrd="0" destOrd="0" parTransId="{F550A4A8-1A0C-435D-9C39-F12E16855F07}" sibTransId="{6E7FE3B6-ACC6-4CDA-ADA6-4A51ED518282}"/>
    <dgm:cxn modelId="{3AE8A234-35BE-46FE-BDFE-9FECD6A857DC}" type="presOf" srcId="{16CD6E06-8E82-46EE-8941-E9EEF8684AFA}" destId="{717CA20F-D0D3-4028-AFA1-507B54719E23}" srcOrd="0" destOrd="0" presId="urn:microsoft.com/office/officeart/2018/2/layout/IconLabelDescriptionList"/>
    <dgm:cxn modelId="{C4E4943B-9762-4393-BB58-DC783657BF6E}" srcId="{16CD6E06-8E82-46EE-8941-E9EEF8684AFA}" destId="{146DF235-457F-46BE-9A01-E37BD37E35C7}" srcOrd="2" destOrd="0" parTransId="{C5DB6811-1FB6-4F99-9107-E7EC949DFB09}" sibTransId="{A424D858-BBEB-476D-9D97-1FDA7EA15FA3}"/>
    <dgm:cxn modelId="{3BC60559-E99A-4021-AEFC-D29DA2822569}" type="presOf" srcId="{F60A99F3-B00E-4014-84E3-7CE264D413A9}" destId="{47FB293C-3F54-4246-8A95-8E74AB5B9CA2}" srcOrd="0" destOrd="1" presId="urn:microsoft.com/office/officeart/2018/2/layout/IconLabelDescriptionList"/>
    <dgm:cxn modelId="{2318B196-375F-47A3-B500-4FB16C4B3291}" type="presOf" srcId="{146DF235-457F-46BE-9A01-E37BD37E35C7}" destId="{D38F6383-1394-4517-A005-983588E2E49E}" srcOrd="0" destOrd="0" presId="urn:microsoft.com/office/officeart/2018/2/layout/IconLabelDescriptionList"/>
    <dgm:cxn modelId="{935064A5-319D-49C5-A996-DF1CBB3193A2}" srcId="{16CD6E06-8E82-46EE-8941-E9EEF8684AFA}" destId="{A733CADD-53EC-4FC9-A8B4-286FA35A855F}" srcOrd="0" destOrd="0" parTransId="{C28901D2-F2B3-4B80-AA0C-B82213949828}" sibTransId="{6006F776-426E-4A7C-99BE-587C758CFF85}"/>
    <dgm:cxn modelId="{56C57FDA-57B3-4831-9960-3543E6A38671}" srcId="{16CD6E06-8E82-46EE-8941-E9EEF8684AFA}" destId="{038F7FCD-5434-4CCA-BA3E-2899F845FEAA}" srcOrd="1" destOrd="0" parTransId="{C7C6A63A-C1D5-41C6-A6ED-9CB9AAA98C19}" sibTransId="{B26F112A-3A49-4A3E-B0AB-76DADF26C137}"/>
    <dgm:cxn modelId="{5E9F65F0-73C8-4D35-9C0D-1165A8FFAFE9}" type="presOf" srcId="{A733CADD-53EC-4FC9-A8B4-286FA35A855F}" destId="{2684D61C-76CA-4608-883A-51C06A0EF12C}" srcOrd="0" destOrd="0" presId="urn:microsoft.com/office/officeart/2018/2/layout/IconLabelDescriptionList"/>
    <dgm:cxn modelId="{F213FBFF-3AC0-4571-9C8B-E13FADA9FADD}" type="presOf" srcId="{CCEC0143-F01D-486A-9A34-69CCF73025E0}" destId="{47FB293C-3F54-4246-8A95-8E74AB5B9CA2}" srcOrd="0" destOrd="2" presId="urn:microsoft.com/office/officeart/2018/2/layout/IconLabelDescriptionList"/>
    <dgm:cxn modelId="{6275EDA2-38DC-49C3-B207-47F111E74311}" type="presParOf" srcId="{717CA20F-D0D3-4028-AFA1-507B54719E23}" destId="{8FA3F361-29E0-424B-B339-DD358DE2DBF1}" srcOrd="0" destOrd="0" presId="urn:microsoft.com/office/officeart/2018/2/layout/IconLabelDescriptionList"/>
    <dgm:cxn modelId="{8B151359-ECA6-423B-BF5F-0620A03C263A}" type="presParOf" srcId="{8FA3F361-29E0-424B-B339-DD358DE2DBF1}" destId="{726C3F58-D1DC-4AAF-932C-7429E03E6ADB}" srcOrd="0" destOrd="0" presId="urn:microsoft.com/office/officeart/2018/2/layout/IconLabelDescriptionList"/>
    <dgm:cxn modelId="{1B7D7F83-EF70-4DE7-84FC-9F34F3854DE4}" type="presParOf" srcId="{8FA3F361-29E0-424B-B339-DD358DE2DBF1}" destId="{3247D0B2-E6A2-4B32-9EC9-75C2A0B40CF6}" srcOrd="1" destOrd="0" presId="urn:microsoft.com/office/officeart/2018/2/layout/IconLabelDescriptionList"/>
    <dgm:cxn modelId="{144F5C55-1DB1-4A25-BF85-88BBF7831022}" type="presParOf" srcId="{8FA3F361-29E0-424B-B339-DD358DE2DBF1}" destId="{2684D61C-76CA-4608-883A-51C06A0EF12C}" srcOrd="2" destOrd="0" presId="urn:microsoft.com/office/officeart/2018/2/layout/IconLabelDescriptionList"/>
    <dgm:cxn modelId="{CB670ED0-2762-496E-9C7D-E79AA3DC3E77}" type="presParOf" srcId="{8FA3F361-29E0-424B-B339-DD358DE2DBF1}" destId="{1111321B-B75B-4DB2-B12F-8882838D58C0}" srcOrd="3" destOrd="0" presId="urn:microsoft.com/office/officeart/2018/2/layout/IconLabelDescriptionList"/>
    <dgm:cxn modelId="{7AB11CA0-8529-4F91-89B5-8D2EE8CE96F5}" type="presParOf" srcId="{8FA3F361-29E0-424B-B339-DD358DE2DBF1}" destId="{47FB293C-3F54-4246-8A95-8E74AB5B9CA2}" srcOrd="4" destOrd="0" presId="urn:microsoft.com/office/officeart/2018/2/layout/IconLabelDescriptionList"/>
    <dgm:cxn modelId="{0B8DC156-4CDE-456A-A5E8-9477F22A1153}" type="presParOf" srcId="{717CA20F-D0D3-4028-AFA1-507B54719E23}" destId="{530BFC50-CCCC-49C3-B272-41C8C087F62C}" srcOrd="1" destOrd="0" presId="urn:microsoft.com/office/officeart/2018/2/layout/IconLabelDescriptionList"/>
    <dgm:cxn modelId="{55CF362E-30E6-4342-A20A-0FE667DF0BCC}" type="presParOf" srcId="{717CA20F-D0D3-4028-AFA1-507B54719E23}" destId="{320741B6-6AC6-4D3D-A2FB-287B15AE893A}" srcOrd="2" destOrd="0" presId="urn:microsoft.com/office/officeart/2018/2/layout/IconLabelDescriptionList"/>
    <dgm:cxn modelId="{EEC44EA4-2970-49F9-A66C-39410D172F68}" type="presParOf" srcId="{320741B6-6AC6-4D3D-A2FB-287B15AE893A}" destId="{6EE03D86-E861-4841-95A0-2D577D4FA2E7}" srcOrd="0" destOrd="0" presId="urn:microsoft.com/office/officeart/2018/2/layout/IconLabelDescriptionList"/>
    <dgm:cxn modelId="{E3AD0A87-1C99-4C15-9AB6-FA7E793B8E2D}" type="presParOf" srcId="{320741B6-6AC6-4D3D-A2FB-287B15AE893A}" destId="{B9AF42AC-ABBE-4B75-A3F1-2796FD8B1BA9}" srcOrd="1" destOrd="0" presId="urn:microsoft.com/office/officeart/2018/2/layout/IconLabelDescriptionList"/>
    <dgm:cxn modelId="{AF78B745-885C-4143-8BE7-0B7E571E3A12}" type="presParOf" srcId="{320741B6-6AC6-4D3D-A2FB-287B15AE893A}" destId="{77F1C449-4274-46BA-B22F-8584C994515C}" srcOrd="2" destOrd="0" presId="urn:microsoft.com/office/officeart/2018/2/layout/IconLabelDescriptionList"/>
    <dgm:cxn modelId="{DB8FF12D-7C28-44D6-B276-31ED71FD54BC}" type="presParOf" srcId="{320741B6-6AC6-4D3D-A2FB-287B15AE893A}" destId="{B30EB037-5047-4A43-857D-C5C772F3203A}" srcOrd="3" destOrd="0" presId="urn:microsoft.com/office/officeart/2018/2/layout/IconLabelDescriptionList"/>
    <dgm:cxn modelId="{BB50FBFC-B9B9-45DD-85DB-B721D03A98FA}" type="presParOf" srcId="{320741B6-6AC6-4D3D-A2FB-287B15AE893A}" destId="{A86F4341-0780-4C7C-B26A-B3E8835E803A}" srcOrd="4" destOrd="0" presId="urn:microsoft.com/office/officeart/2018/2/layout/IconLabelDescriptionList"/>
    <dgm:cxn modelId="{1B2CA6ED-39D4-434D-8620-5A12A69C676E}" type="presParOf" srcId="{717CA20F-D0D3-4028-AFA1-507B54719E23}" destId="{DCF91E70-AC00-49A3-9391-12DB8FDF603A}" srcOrd="3" destOrd="0" presId="urn:microsoft.com/office/officeart/2018/2/layout/IconLabelDescriptionList"/>
    <dgm:cxn modelId="{869DE6C6-F458-468B-8141-F64C9DBF1E01}" type="presParOf" srcId="{717CA20F-D0D3-4028-AFA1-507B54719E23}" destId="{7D160F09-FC54-4D89-B645-5C6756770494}" srcOrd="4" destOrd="0" presId="urn:microsoft.com/office/officeart/2018/2/layout/IconLabelDescriptionList"/>
    <dgm:cxn modelId="{2F44D6A8-6BEC-40F6-B812-A37F5CF12337}" type="presParOf" srcId="{7D160F09-FC54-4D89-B645-5C6756770494}" destId="{2E3FF2DD-93A5-4B9D-AF8A-7DB593C73B72}" srcOrd="0" destOrd="0" presId="urn:microsoft.com/office/officeart/2018/2/layout/IconLabelDescriptionList"/>
    <dgm:cxn modelId="{0A16037B-633D-4545-A80E-B671A75F4EC9}" type="presParOf" srcId="{7D160F09-FC54-4D89-B645-5C6756770494}" destId="{4581B089-FB92-442C-8E74-77620899B151}" srcOrd="1" destOrd="0" presId="urn:microsoft.com/office/officeart/2018/2/layout/IconLabelDescriptionList"/>
    <dgm:cxn modelId="{CEB42A31-6FEE-4725-A79D-2BAF3676B0C3}" type="presParOf" srcId="{7D160F09-FC54-4D89-B645-5C6756770494}" destId="{D38F6383-1394-4517-A005-983588E2E49E}" srcOrd="2" destOrd="0" presId="urn:microsoft.com/office/officeart/2018/2/layout/IconLabelDescriptionList"/>
    <dgm:cxn modelId="{A1D041EB-0FBF-4371-9529-6FBC5E7D64FC}" type="presParOf" srcId="{7D160F09-FC54-4D89-B645-5C6756770494}" destId="{ECF9EE71-D653-4307-BF4C-79E68FE728F5}" srcOrd="3" destOrd="0" presId="urn:microsoft.com/office/officeart/2018/2/layout/IconLabelDescriptionList"/>
    <dgm:cxn modelId="{1D43E514-FD96-4D87-8D3C-296AA843981D}" type="presParOf" srcId="{7D160F09-FC54-4D89-B645-5C6756770494}" destId="{78078300-3CF3-417B-8519-A87125439218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F572B7A-4AB3-435E-B22D-6C85E3B3DF70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18B4A3AD-7C71-468A-BF78-72411273FBE4}">
      <dgm:prSet/>
      <dgm:spPr/>
      <dgm:t>
        <a:bodyPr/>
        <a:lstStyle/>
        <a:p>
          <a:r>
            <a:rPr lang="de-DE"/>
            <a:t>Backlog-style overview</a:t>
          </a:r>
          <a:endParaRPr lang="en-US"/>
        </a:p>
      </dgm:t>
    </dgm:pt>
    <dgm:pt modelId="{BACDFEE2-5B5C-4B3A-9430-AD4241F038F5}" type="parTrans" cxnId="{09C42B52-DD20-47EA-B53C-3F00B37F869D}">
      <dgm:prSet/>
      <dgm:spPr/>
      <dgm:t>
        <a:bodyPr/>
        <a:lstStyle/>
        <a:p>
          <a:endParaRPr lang="en-US"/>
        </a:p>
      </dgm:t>
    </dgm:pt>
    <dgm:pt modelId="{9A8FDF8D-D778-4CB3-9484-023A2118E72C}" type="sibTrans" cxnId="{09C42B52-DD20-47EA-B53C-3F00B37F869D}">
      <dgm:prSet/>
      <dgm:spPr/>
      <dgm:t>
        <a:bodyPr/>
        <a:lstStyle/>
        <a:p>
          <a:endParaRPr lang="en-US"/>
        </a:p>
      </dgm:t>
    </dgm:pt>
    <dgm:pt modelId="{F60B3646-18D0-4D87-9C44-2D220B5C9301}">
      <dgm:prSet/>
      <dgm:spPr/>
      <dgm:t>
        <a:bodyPr/>
        <a:lstStyle/>
        <a:p>
          <a:r>
            <a:rPr lang="de-DE"/>
            <a:t>Visual task grouping </a:t>
          </a:r>
          <a:endParaRPr lang="en-US"/>
        </a:p>
      </dgm:t>
    </dgm:pt>
    <dgm:pt modelId="{1CF29984-BCA2-411B-84D6-8C5FE161EFAF}" type="parTrans" cxnId="{37260BE1-AC63-4737-A2AB-E6EACCC01AF3}">
      <dgm:prSet/>
      <dgm:spPr/>
      <dgm:t>
        <a:bodyPr/>
        <a:lstStyle/>
        <a:p>
          <a:endParaRPr lang="en-US"/>
        </a:p>
      </dgm:t>
    </dgm:pt>
    <dgm:pt modelId="{306D5762-ECB4-444B-9418-3ED8A552A1E6}" type="sibTrans" cxnId="{37260BE1-AC63-4737-A2AB-E6EACCC01AF3}">
      <dgm:prSet/>
      <dgm:spPr/>
      <dgm:t>
        <a:bodyPr/>
        <a:lstStyle/>
        <a:p>
          <a:endParaRPr lang="en-US"/>
        </a:p>
      </dgm:t>
    </dgm:pt>
    <dgm:pt modelId="{F3427B00-7B57-42A4-B078-C693BF13CE40}">
      <dgm:prSet/>
      <dgm:spPr/>
      <dgm:t>
        <a:bodyPr/>
        <a:lstStyle/>
        <a:p>
          <a:r>
            <a:rPr lang="de-DE"/>
            <a:t>Track progress in real-time</a:t>
          </a:r>
          <a:endParaRPr lang="en-US"/>
        </a:p>
      </dgm:t>
    </dgm:pt>
    <dgm:pt modelId="{A35CDEEE-344F-4742-A249-329C39B396C0}" type="parTrans" cxnId="{1D38F8C0-72A7-466E-B340-A979092A1DA5}">
      <dgm:prSet/>
      <dgm:spPr/>
      <dgm:t>
        <a:bodyPr/>
        <a:lstStyle/>
        <a:p>
          <a:endParaRPr lang="en-US"/>
        </a:p>
      </dgm:t>
    </dgm:pt>
    <dgm:pt modelId="{75B95A65-AF2F-46E1-803E-99049B6C007B}" type="sibTrans" cxnId="{1D38F8C0-72A7-466E-B340-A979092A1DA5}">
      <dgm:prSet/>
      <dgm:spPr/>
      <dgm:t>
        <a:bodyPr/>
        <a:lstStyle/>
        <a:p>
          <a:endParaRPr lang="en-US"/>
        </a:p>
      </dgm:t>
    </dgm:pt>
    <dgm:pt modelId="{64D5FA84-29FD-42AD-B592-59F273F03DF8}">
      <dgm:prSet/>
      <dgm:spPr/>
      <dgm:t>
        <a:bodyPr/>
        <a:lstStyle/>
        <a:p>
          <a:r>
            <a:rPr lang="de-DE"/>
            <a:t>Helps managers monitor workload</a:t>
          </a:r>
          <a:endParaRPr lang="en-US"/>
        </a:p>
      </dgm:t>
    </dgm:pt>
    <dgm:pt modelId="{DAD3CF4F-31B0-4FF8-B995-B1D1B78CBCC9}" type="parTrans" cxnId="{7537935C-F627-4E26-B7F0-0D84CCFFC31D}">
      <dgm:prSet/>
      <dgm:spPr/>
      <dgm:t>
        <a:bodyPr/>
        <a:lstStyle/>
        <a:p>
          <a:endParaRPr lang="en-US"/>
        </a:p>
      </dgm:t>
    </dgm:pt>
    <dgm:pt modelId="{53411615-D822-4CD2-89D4-EBFB159CEC44}" type="sibTrans" cxnId="{7537935C-F627-4E26-B7F0-0D84CCFFC31D}">
      <dgm:prSet/>
      <dgm:spPr/>
      <dgm:t>
        <a:bodyPr/>
        <a:lstStyle/>
        <a:p>
          <a:endParaRPr lang="en-US"/>
        </a:p>
      </dgm:t>
    </dgm:pt>
    <dgm:pt modelId="{486A39A9-F1FE-4A60-B64D-299ECED23919}" type="pres">
      <dgm:prSet presAssocID="{0F572B7A-4AB3-435E-B22D-6C85E3B3DF70}" presName="root" presStyleCnt="0">
        <dgm:presLayoutVars>
          <dgm:dir/>
          <dgm:resizeHandles val="exact"/>
        </dgm:presLayoutVars>
      </dgm:prSet>
      <dgm:spPr/>
    </dgm:pt>
    <dgm:pt modelId="{7AFF17F7-F852-4E94-AFB7-9825401B4C91}" type="pres">
      <dgm:prSet presAssocID="{0F572B7A-4AB3-435E-B22D-6C85E3B3DF70}" presName="container" presStyleCnt="0">
        <dgm:presLayoutVars>
          <dgm:dir/>
          <dgm:resizeHandles val="exact"/>
        </dgm:presLayoutVars>
      </dgm:prSet>
      <dgm:spPr/>
    </dgm:pt>
    <dgm:pt modelId="{D1AE4D44-3114-41E3-B832-83EE04A4BA20}" type="pres">
      <dgm:prSet presAssocID="{18B4A3AD-7C71-468A-BF78-72411273FBE4}" presName="compNode" presStyleCnt="0"/>
      <dgm:spPr/>
    </dgm:pt>
    <dgm:pt modelId="{53E41955-4E3B-4CE5-B8ED-D556AA7DB967}" type="pres">
      <dgm:prSet presAssocID="{18B4A3AD-7C71-468A-BF78-72411273FBE4}" presName="iconBgRect" presStyleLbl="bgShp" presStyleIdx="0" presStyleCnt="4"/>
      <dgm:spPr/>
    </dgm:pt>
    <dgm:pt modelId="{A6E2EB79-57A2-456F-B49B-AE2413B3E957}" type="pres">
      <dgm:prSet presAssocID="{18B4A3AD-7C71-468A-BF78-72411273FBE4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st"/>
        </a:ext>
      </dgm:extLst>
    </dgm:pt>
    <dgm:pt modelId="{63489177-F219-4832-890D-1EB2D2975B41}" type="pres">
      <dgm:prSet presAssocID="{18B4A3AD-7C71-468A-BF78-72411273FBE4}" presName="spaceRect" presStyleCnt="0"/>
      <dgm:spPr/>
    </dgm:pt>
    <dgm:pt modelId="{38A0889A-A930-436C-9809-19741DD0BAEB}" type="pres">
      <dgm:prSet presAssocID="{18B4A3AD-7C71-468A-BF78-72411273FBE4}" presName="textRect" presStyleLbl="revTx" presStyleIdx="0" presStyleCnt="4">
        <dgm:presLayoutVars>
          <dgm:chMax val="1"/>
          <dgm:chPref val="1"/>
        </dgm:presLayoutVars>
      </dgm:prSet>
      <dgm:spPr/>
    </dgm:pt>
    <dgm:pt modelId="{E4D8A10F-4870-48D4-8FDE-E8649DACDC92}" type="pres">
      <dgm:prSet presAssocID="{9A8FDF8D-D778-4CB3-9484-023A2118E72C}" presName="sibTrans" presStyleLbl="sibTrans2D1" presStyleIdx="0" presStyleCnt="0"/>
      <dgm:spPr/>
    </dgm:pt>
    <dgm:pt modelId="{F195B7D8-D8DC-44B7-A66A-303B346ECBF5}" type="pres">
      <dgm:prSet presAssocID="{F60B3646-18D0-4D87-9C44-2D220B5C9301}" presName="compNode" presStyleCnt="0"/>
      <dgm:spPr/>
    </dgm:pt>
    <dgm:pt modelId="{FCFA2B0C-35C2-4B3F-A85B-C4F01A4F6198}" type="pres">
      <dgm:prSet presAssocID="{F60B3646-18D0-4D87-9C44-2D220B5C9301}" presName="iconBgRect" presStyleLbl="bgShp" presStyleIdx="1" presStyleCnt="4"/>
      <dgm:spPr/>
    </dgm:pt>
    <dgm:pt modelId="{58C9C443-1C92-46C1-89B7-BA7DCA07918D}" type="pres">
      <dgm:prSet presAssocID="{F60B3646-18D0-4D87-9C44-2D220B5C9301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uge"/>
        </a:ext>
      </dgm:extLst>
    </dgm:pt>
    <dgm:pt modelId="{8F8FA6CB-FD8D-401D-9162-27AD22F921F9}" type="pres">
      <dgm:prSet presAssocID="{F60B3646-18D0-4D87-9C44-2D220B5C9301}" presName="spaceRect" presStyleCnt="0"/>
      <dgm:spPr/>
    </dgm:pt>
    <dgm:pt modelId="{5C6BABD3-CA68-4A8F-8816-D838DD426E3D}" type="pres">
      <dgm:prSet presAssocID="{F60B3646-18D0-4D87-9C44-2D220B5C9301}" presName="textRect" presStyleLbl="revTx" presStyleIdx="1" presStyleCnt="4">
        <dgm:presLayoutVars>
          <dgm:chMax val="1"/>
          <dgm:chPref val="1"/>
        </dgm:presLayoutVars>
      </dgm:prSet>
      <dgm:spPr/>
    </dgm:pt>
    <dgm:pt modelId="{884AFD32-C19E-4905-A968-3876B786F35B}" type="pres">
      <dgm:prSet presAssocID="{306D5762-ECB4-444B-9418-3ED8A552A1E6}" presName="sibTrans" presStyleLbl="sibTrans2D1" presStyleIdx="0" presStyleCnt="0"/>
      <dgm:spPr/>
    </dgm:pt>
    <dgm:pt modelId="{564A5285-D035-4EDB-B30E-2647B00AB5C9}" type="pres">
      <dgm:prSet presAssocID="{F3427B00-7B57-42A4-B078-C693BF13CE40}" presName="compNode" presStyleCnt="0"/>
      <dgm:spPr/>
    </dgm:pt>
    <dgm:pt modelId="{837B322E-BCBD-46ED-980F-742508AFC51C}" type="pres">
      <dgm:prSet presAssocID="{F3427B00-7B57-42A4-B078-C693BF13CE40}" presName="iconBgRect" presStyleLbl="bgShp" presStyleIdx="2" presStyleCnt="4"/>
      <dgm:spPr/>
    </dgm:pt>
    <dgm:pt modelId="{C1AEA079-D23B-4E1C-ACA1-EFCD076D32FA}" type="pres">
      <dgm:prSet presAssocID="{F3427B00-7B57-42A4-B078-C693BF13CE40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puhr"/>
        </a:ext>
      </dgm:extLst>
    </dgm:pt>
    <dgm:pt modelId="{CF4AA88B-C5B9-48EE-8FDC-481314ED7969}" type="pres">
      <dgm:prSet presAssocID="{F3427B00-7B57-42A4-B078-C693BF13CE40}" presName="spaceRect" presStyleCnt="0"/>
      <dgm:spPr/>
    </dgm:pt>
    <dgm:pt modelId="{68461FAB-A003-4DC1-B744-523D72A0C883}" type="pres">
      <dgm:prSet presAssocID="{F3427B00-7B57-42A4-B078-C693BF13CE40}" presName="textRect" presStyleLbl="revTx" presStyleIdx="2" presStyleCnt="4">
        <dgm:presLayoutVars>
          <dgm:chMax val="1"/>
          <dgm:chPref val="1"/>
        </dgm:presLayoutVars>
      </dgm:prSet>
      <dgm:spPr/>
    </dgm:pt>
    <dgm:pt modelId="{25B93A8D-FFB6-49C1-B4F6-95CC4CF8BD8A}" type="pres">
      <dgm:prSet presAssocID="{75B95A65-AF2F-46E1-803E-99049B6C007B}" presName="sibTrans" presStyleLbl="sibTrans2D1" presStyleIdx="0" presStyleCnt="0"/>
      <dgm:spPr/>
    </dgm:pt>
    <dgm:pt modelId="{72A6BAA3-A05B-4696-B5CF-E9C26FCE5605}" type="pres">
      <dgm:prSet presAssocID="{64D5FA84-29FD-42AD-B592-59F273F03DF8}" presName="compNode" presStyleCnt="0"/>
      <dgm:spPr/>
    </dgm:pt>
    <dgm:pt modelId="{C9416BC8-F8E4-4ECD-8781-729250EA29C7}" type="pres">
      <dgm:prSet presAssocID="{64D5FA84-29FD-42AD-B592-59F273F03DF8}" presName="iconBgRect" presStyleLbl="bgShp" presStyleIdx="3" presStyleCnt="4"/>
      <dgm:spPr/>
    </dgm:pt>
    <dgm:pt modelId="{AD142F6B-6067-4891-A0D1-7939C44ACA70}" type="pres">
      <dgm:prSet presAssocID="{64D5FA84-29FD-42AD-B592-59F273F03DF8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nutzer"/>
        </a:ext>
      </dgm:extLst>
    </dgm:pt>
    <dgm:pt modelId="{32E3E350-0123-4F6C-869F-9FE09D27621F}" type="pres">
      <dgm:prSet presAssocID="{64D5FA84-29FD-42AD-B592-59F273F03DF8}" presName="spaceRect" presStyleCnt="0"/>
      <dgm:spPr/>
    </dgm:pt>
    <dgm:pt modelId="{89067734-8F47-499D-95E2-45A56F5B9AF9}" type="pres">
      <dgm:prSet presAssocID="{64D5FA84-29FD-42AD-B592-59F273F03DF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4268D300-50D5-4BFB-9734-BC47BE1C65E3}" type="presOf" srcId="{18B4A3AD-7C71-468A-BF78-72411273FBE4}" destId="{38A0889A-A930-436C-9809-19741DD0BAEB}" srcOrd="0" destOrd="0" presId="urn:microsoft.com/office/officeart/2018/2/layout/IconCircleList"/>
    <dgm:cxn modelId="{2B1C2D11-5076-4F51-BA0D-A7EE4AF03A05}" type="presOf" srcId="{64D5FA84-29FD-42AD-B592-59F273F03DF8}" destId="{89067734-8F47-499D-95E2-45A56F5B9AF9}" srcOrd="0" destOrd="0" presId="urn:microsoft.com/office/officeart/2018/2/layout/IconCircleList"/>
    <dgm:cxn modelId="{6D43C928-E61D-45FC-828F-8D9992A519AF}" type="presOf" srcId="{F3427B00-7B57-42A4-B078-C693BF13CE40}" destId="{68461FAB-A003-4DC1-B744-523D72A0C883}" srcOrd="0" destOrd="0" presId="urn:microsoft.com/office/officeart/2018/2/layout/IconCircleList"/>
    <dgm:cxn modelId="{7537935C-F627-4E26-B7F0-0D84CCFFC31D}" srcId="{0F572B7A-4AB3-435E-B22D-6C85E3B3DF70}" destId="{64D5FA84-29FD-42AD-B592-59F273F03DF8}" srcOrd="3" destOrd="0" parTransId="{DAD3CF4F-31B0-4FF8-B995-B1D1B78CBCC9}" sibTransId="{53411615-D822-4CD2-89D4-EBFB159CEC44}"/>
    <dgm:cxn modelId="{09C42B52-DD20-47EA-B53C-3F00B37F869D}" srcId="{0F572B7A-4AB3-435E-B22D-6C85E3B3DF70}" destId="{18B4A3AD-7C71-468A-BF78-72411273FBE4}" srcOrd="0" destOrd="0" parTransId="{BACDFEE2-5B5C-4B3A-9430-AD4241F038F5}" sibTransId="{9A8FDF8D-D778-4CB3-9484-023A2118E72C}"/>
    <dgm:cxn modelId="{5F399783-85F1-4B66-B6AE-DB59302D7A36}" type="presOf" srcId="{75B95A65-AF2F-46E1-803E-99049B6C007B}" destId="{25B93A8D-FFB6-49C1-B4F6-95CC4CF8BD8A}" srcOrd="0" destOrd="0" presId="urn:microsoft.com/office/officeart/2018/2/layout/IconCircleList"/>
    <dgm:cxn modelId="{9F3386A0-25A8-404A-B6A4-989B15A56D68}" type="presOf" srcId="{0F572B7A-4AB3-435E-B22D-6C85E3B3DF70}" destId="{486A39A9-F1FE-4A60-B64D-299ECED23919}" srcOrd="0" destOrd="0" presId="urn:microsoft.com/office/officeart/2018/2/layout/IconCircleList"/>
    <dgm:cxn modelId="{B82AEDBB-DDDA-444B-8EB8-88DC5419C6E8}" type="presOf" srcId="{9A8FDF8D-D778-4CB3-9484-023A2118E72C}" destId="{E4D8A10F-4870-48D4-8FDE-E8649DACDC92}" srcOrd="0" destOrd="0" presId="urn:microsoft.com/office/officeart/2018/2/layout/IconCircleList"/>
    <dgm:cxn modelId="{1D38F8C0-72A7-466E-B340-A979092A1DA5}" srcId="{0F572B7A-4AB3-435E-B22D-6C85E3B3DF70}" destId="{F3427B00-7B57-42A4-B078-C693BF13CE40}" srcOrd="2" destOrd="0" parTransId="{A35CDEEE-344F-4742-A249-329C39B396C0}" sibTransId="{75B95A65-AF2F-46E1-803E-99049B6C007B}"/>
    <dgm:cxn modelId="{F3BE41DB-BE95-40EB-B6C9-47A71DFC8A80}" type="presOf" srcId="{306D5762-ECB4-444B-9418-3ED8A552A1E6}" destId="{884AFD32-C19E-4905-A968-3876B786F35B}" srcOrd="0" destOrd="0" presId="urn:microsoft.com/office/officeart/2018/2/layout/IconCircleList"/>
    <dgm:cxn modelId="{37260BE1-AC63-4737-A2AB-E6EACCC01AF3}" srcId="{0F572B7A-4AB3-435E-B22D-6C85E3B3DF70}" destId="{F60B3646-18D0-4D87-9C44-2D220B5C9301}" srcOrd="1" destOrd="0" parTransId="{1CF29984-BCA2-411B-84D6-8C5FE161EFAF}" sibTransId="{306D5762-ECB4-444B-9418-3ED8A552A1E6}"/>
    <dgm:cxn modelId="{1B6EB0E9-25BE-4579-8509-BDB38C487BB3}" type="presOf" srcId="{F60B3646-18D0-4D87-9C44-2D220B5C9301}" destId="{5C6BABD3-CA68-4A8F-8816-D838DD426E3D}" srcOrd="0" destOrd="0" presId="urn:microsoft.com/office/officeart/2018/2/layout/IconCircleList"/>
    <dgm:cxn modelId="{CFEEEFF0-01B0-4A5A-B6AB-3FEC6817C220}" type="presParOf" srcId="{486A39A9-F1FE-4A60-B64D-299ECED23919}" destId="{7AFF17F7-F852-4E94-AFB7-9825401B4C91}" srcOrd="0" destOrd="0" presId="urn:microsoft.com/office/officeart/2018/2/layout/IconCircleList"/>
    <dgm:cxn modelId="{1CF6C749-6325-4365-AD0A-4A68A2FEA1F1}" type="presParOf" srcId="{7AFF17F7-F852-4E94-AFB7-9825401B4C91}" destId="{D1AE4D44-3114-41E3-B832-83EE04A4BA20}" srcOrd="0" destOrd="0" presId="urn:microsoft.com/office/officeart/2018/2/layout/IconCircleList"/>
    <dgm:cxn modelId="{1A73EA39-840A-481C-85FE-BAC486076FDA}" type="presParOf" srcId="{D1AE4D44-3114-41E3-B832-83EE04A4BA20}" destId="{53E41955-4E3B-4CE5-B8ED-D556AA7DB967}" srcOrd="0" destOrd="0" presId="urn:microsoft.com/office/officeart/2018/2/layout/IconCircleList"/>
    <dgm:cxn modelId="{0ABCBE9F-FD5C-4FBD-A330-4F2EA2FCCDF2}" type="presParOf" srcId="{D1AE4D44-3114-41E3-B832-83EE04A4BA20}" destId="{A6E2EB79-57A2-456F-B49B-AE2413B3E957}" srcOrd="1" destOrd="0" presId="urn:microsoft.com/office/officeart/2018/2/layout/IconCircleList"/>
    <dgm:cxn modelId="{58D13671-7F95-4BBF-82B1-1A37902CB24E}" type="presParOf" srcId="{D1AE4D44-3114-41E3-B832-83EE04A4BA20}" destId="{63489177-F219-4832-890D-1EB2D2975B41}" srcOrd="2" destOrd="0" presId="urn:microsoft.com/office/officeart/2018/2/layout/IconCircleList"/>
    <dgm:cxn modelId="{B91A8579-C3A2-4B9C-863B-9EDBA1D7D0DB}" type="presParOf" srcId="{D1AE4D44-3114-41E3-B832-83EE04A4BA20}" destId="{38A0889A-A930-436C-9809-19741DD0BAEB}" srcOrd="3" destOrd="0" presId="urn:microsoft.com/office/officeart/2018/2/layout/IconCircleList"/>
    <dgm:cxn modelId="{F588C723-33F9-4A74-BF06-F1B5D3E6AA23}" type="presParOf" srcId="{7AFF17F7-F852-4E94-AFB7-9825401B4C91}" destId="{E4D8A10F-4870-48D4-8FDE-E8649DACDC92}" srcOrd="1" destOrd="0" presId="urn:microsoft.com/office/officeart/2018/2/layout/IconCircleList"/>
    <dgm:cxn modelId="{0EC58D4B-6310-49C3-9934-87B4D4E1941D}" type="presParOf" srcId="{7AFF17F7-F852-4E94-AFB7-9825401B4C91}" destId="{F195B7D8-D8DC-44B7-A66A-303B346ECBF5}" srcOrd="2" destOrd="0" presId="urn:microsoft.com/office/officeart/2018/2/layout/IconCircleList"/>
    <dgm:cxn modelId="{5A23525D-9949-4065-97AB-910C35771C70}" type="presParOf" srcId="{F195B7D8-D8DC-44B7-A66A-303B346ECBF5}" destId="{FCFA2B0C-35C2-4B3F-A85B-C4F01A4F6198}" srcOrd="0" destOrd="0" presId="urn:microsoft.com/office/officeart/2018/2/layout/IconCircleList"/>
    <dgm:cxn modelId="{735084D6-72F0-4AC2-A6E0-314C8463E765}" type="presParOf" srcId="{F195B7D8-D8DC-44B7-A66A-303B346ECBF5}" destId="{58C9C443-1C92-46C1-89B7-BA7DCA07918D}" srcOrd="1" destOrd="0" presId="urn:microsoft.com/office/officeart/2018/2/layout/IconCircleList"/>
    <dgm:cxn modelId="{89DDB8F9-FF46-4CCC-BB65-2A21CFF3F4B5}" type="presParOf" srcId="{F195B7D8-D8DC-44B7-A66A-303B346ECBF5}" destId="{8F8FA6CB-FD8D-401D-9162-27AD22F921F9}" srcOrd="2" destOrd="0" presId="urn:microsoft.com/office/officeart/2018/2/layout/IconCircleList"/>
    <dgm:cxn modelId="{59643CEC-EA02-403D-886C-483832CD8C6D}" type="presParOf" srcId="{F195B7D8-D8DC-44B7-A66A-303B346ECBF5}" destId="{5C6BABD3-CA68-4A8F-8816-D838DD426E3D}" srcOrd="3" destOrd="0" presId="urn:microsoft.com/office/officeart/2018/2/layout/IconCircleList"/>
    <dgm:cxn modelId="{4CCA4EBA-B951-4B9A-A80E-4F351B27B7ED}" type="presParOf" srcId="{7AFF17F7-F852-4E94-AFB7-9825401B4C91}" destId="{884AFD32-C19E-4905-A968-3876B786F35B}" srcOrd="3" destOrd="0" presId="urn:microsoft.com/office/officeart/2018/2/layout/IconCircleList"/>
    <dgm:cxn modelId="{96169A96-95E6-44BA-9101-D20B22D10B7F}" type="presParOf" srcId="{7AFF17F7-F852-4E94-AFB7-9825401B4C91}" destId="{564A5285-D035-4EDB-B30E-2647B00AB5C9}" srcOrd="4" destOrd="0" presId="urn:microsoft.com/office/officeart/2018/2/layout/IconCircleList"/>
    <dgm:cxn modelId="{CAE908A4-CF70-4054-85B9-1E269C268B56}" type="presParOf" srcId="{564A5285-D035-4EDB-B30E-2647B00AB5C9}" destId="{837B322E-BCBD-46ED-980F-742508AFC51C}" srcOrd="0" destOrd="0" presId="urn:microsoft.com/office/officeart/2018/2/layout/IconCircleList"/>
    <dgm:cxn modelId="{FE6C2419-9C84-4207-9798-6DF02D30183C}" type="presParOf" srcId="{564A5285-D035-4EDB-B30E-2647B00AB5C9}" destId="{C1AEA079-D23B-4E1C-ACA1-EFCD076D32FA}" srcOrd="1" destOrd="0" presId="urn:microsoft.com/office/officeart/2018/2/layout/IconCircleList"/>
    <dgm:cxn modelId="{9C0A68BD-C5D7-4765-8E37-0808FE99B966}" type="presParOf" srcId="{564A5285-D035-4EDB-B30E-2647B00AB5C9}" destId="{CF4AA88B-C5B9-48EE-8FDC-481314ED7969}" srcOrd="2" destOrd="0" presId="urn:microsoft.com/office/officeart/2018/2/layout/IconCircleList"/>
    <dgm:cxn modelId="{8A7D0A69-8330-4892-9D6D-33803A194A70}" type="presParOf" srcId="{564A5285-D035-4EDB-B30E-2647B00AB5C9}" destId="{68461FAB-A003-4DC1-B744-523D72A0C883}" srcOrd="3" destOrd="0" presId="urn:microsoft.com/office/officeart/2018/2/layout/IconCircleList"/>
    <dgm:cxn modelId="{EBF7A65F-2372-4485-9E11-181CECA0B92D}" type="presParOf" srcId="{7AFF17F7-F852-4E94-AFB7-9825401B4C91}" destId="{25B93A8D-FFB6-49C1-B4F6-95CC4CF8BD8A}" srcOrd="5" destOrd="0" presId="urn:microsoft.com/office/officeart/2018/2/layout/IconCircleList"/>
    <dgm:cxn modelId="{890F88A2-3353-4BBC-A2EF-AA318086C5FF}" type="presParOf" srcId="{7AFF17F7-F852-4E94-AFB7-9825401B4C91}" destId="{72A6BAA3-A05B-4696-B5CF-E9C26FCE5605}" srcOrd="6" destOrd="0" presId="urn:microsoft.com/office/officeart/2018/2/layout/IconCircleList"/>
    <dgm:cxn modelId="{0122B00F-AEAD-42E0-BAEC-102512066F81}" type="presParOf" srcId="{72A6BAA3-A05B-4696-B5CF-E9C26FCE5605}" destId="{C9416BC8-F8E4-4ECD-8781-729250EA29C7}" srcOrd="0" destOrd="0" presId="urn:microsoft.com/office/officeart/2018/2/layout/IconCircleList"/>
    <dgm:cxn modelId="{09CCE5CF-4995-4FDF-89CF-4B2EA1D0C47D}" type="presParOf" srcId="{72A6BAA3-A05B-4696-B5CF-E9C26FCE5605}" destId="{AD142F6B-6067-4891-A0D1-7939C44ACA70}" srcOrd="1" destOrd="0" presId="urn:microsoft.com/office/officeart/2018/2/layout/IconCircleList"/>
    <dgm:cxn modelId="{AFD742AD-8949-4DC1-8A96-EAF1751A8A38}" type="presParOf" srcId="{72A6BAA3-A05B-4696-B5CF-E9C26FCE5605}" destId="{32E3E350-0123-4F6C-869F-9FE09D27621F}" srcOrd="2" destOrd="0" presId="urn:microsoft.com/office/officeart/2018/2/layout/IconCircleList"/>
    <dgm:cxn modelId="{58B6FB70-30D5-4387-936E-89E451D459F2}" type="presParOf" srcId="{72A6BAA3-A05B-4696-B5CF-E9C26FCE5605}" destId="{89067734-8F47-499D-95E2-45A56F5B9AF9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C3677E4-908F-44CA-B525-136DB278DB0F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785E6D2C-71ED-4D0B-8127-0EC581EAB05D}">
      <dgm:prSet/>
      <dgm:spPr/>
      <dgm:t>
        <a:bodyPr/>
        <a:lstStyle/>
        <a:p>
          <a:r>
            <a:rPr lang="de-DE"/>
            <a:t>Covers essentail project management needs</a:t>
          </a:r>
          <a:endParaRPr lang="en-US"/>
        </a:p>
      </dgm:t>
    </dgm:pt>
    <dgm:pt modelId="{FB5060B5-8B3F-418D-AC4C-4280D16AFE63}" type="parTrans" cxnId="{B0D38DC2-DD1C-4345-A550-3C363BE6A125}">
      <dgm:prSet/>
      <dgm:spPr/>
      <dgm:t>
        <a:bodyPr/>
        <a:lstStyle/>
        <a:p>
          <a:endParaRPr lang="en-US"/>
        </a:p>
      </dgm:t>
    </dgm:pt>
    <dgm:pt modelId="{8A78A48F-4AAA-42C3-B024-A08B4559AB9C}" type="sibTrans" cxnId="{B0D38DC2-DD1C-4345-A550-3C363BE6A125}">
      <dgm:prSet/>
      <dgm:spPr/>
      <dgm:t>
        <a:bodyPr/>
        <a:lstStyle/>
        <a:p>
          <a:endParaRPr lang="en-US"/>
        </a:p>
      </dgm:t>
    </dgm:pt>
    <dgm:pt modelId="{B33BB660-9A71-4CE0-A950-CE3C29F0CEF7}">
      <dgm:prSet/>
      <dgm:spPr/>
      <dgm:t>
        <a:bodyPr/>
        <a:lstStyle/>
        <a:p>
          <a:r>
            <a:rPr lang="de-DE"/>
            <a:t>Scalable and modular desgin</a:t>
          </a:r>
          <a:endParaRPr lang="en-US"/>
        </a:p>
      </dgm:t>
    </dgm:pt>
    <dgm:pt modelId="{B1720FCE-3D1A-428A-BFCE-E7ABE3956C7B}" type="parTrans" cxnId="{C9CE7697-A2B1-4F17-8D48-756EC3673CD8}">
      <dgm:prSet/>
      <dgm:spPr/>
      <dgm:t>
        <a:bodyPr/>
        <a:lstStyle/>
        <a:p>
          <a:endParaRPr lang="en-US"/>
        </a:p>
      </dgm:t>
    </dgm:pt>
    <dgm:pt modelId="{C347DE86-6B0C-488B-8DF5-13C229A85DB4}" type="sibTrans" cxnId="{C9CE7697-A2B1-4F17-8D48-756EC3673CD8}">
      <dgm:prSet/>
      <dgm:spPr/>
      <dgm:t>
        <a:bodyPr/>
        <a:lstStyle/>
        <a:p>
          <a:endParaRPr lang="en-US"/>
        </a:p>
      </dgm:t>
    </dgm:pt>
    <dgm:pt modelId="{E2CDF458-6E4E-4BC7-940F-9CE7DE3C82E8}">
      <dgm:prSet/>
      <dgm:spPr/>
      <dgm:t>
        <a:bodyPr/>
        <a:lstStyle/>
        <a:p>
          <a:r>
            <a:rPr lang="de-DE"/>
            <a:t>Supports multiple user roles</a:t>
          </a:r>
          <a:endParaRPr lang="en-US"/>
        </a:p>
      </dgm:t>
    </dgm:pt>
    <dgm:pt modelId="{55FD7693-E61D-4A21-B2B7-63B5639BD169}" type="parTrans" cxnId="{C553AF44-E7E2-4CF9-803D-A0FBA3DDDC4D}">
      <dgm:prSet/>
      <dgm:spPr/>
      <dgm:t>
        <a:bodyPr/>
        <a:lstStyle/>
        <a:p>
          <a:endParaRPr lang="en-US"/>
        </a:p>
      </dgm:t>
    </dgm:pt>
    <dgm:pt modelId="{F0E611A7-A77C-4E1F-A4DF-23477317CBCD}" type="sibTrans" cxnId="{C553AF44-E7E2-4CF9-803D-A0FBA3DDDC4D}">
      <dgm:prSet/>
      <dgm:spPr/>
      <dgm:t>
        <a:bodyPr/>
        <a:lstStyle/>
        <a:p>
          <a:endParaRPr lang="en-US"/>
        </a:p>
      </dgm:t>
    </dgm:pt>
    <dgm:pt modelId="{525C3B56-04AD-4BC1-8416-C1EDBE074AD2}" type="pres">
      <dgm:prSet presAssocID="{BC3677E4-908F-44CA-B525-136DB278DB0F}" presName="root" presStyleCnt="0">
        <dgm:presLayoutVars>
          <dgm:dir/>
          <dgm:resizeHandles val="exact"/>
        </dgm:presLayoutVars>
      </dgm:prSet>
      <dgm:spPr/>
    </dgm:pt>
    <dgm:pt modelId="{86AB8CA7-2FE5-468D-8AC5-A0322F2F96FA}" type="pres">
      <dgm:prSet presAssocID="{BC3677E4-908F-44CA-B525-136DB278DB0F}" presName="container" presStyleCnt="0">
        <dgm:presLayoutVars>
          <dgm:dir/>
          <dgm:resizeHandles val="exact"/>
        </dgm:presLayoutVars>
      </dgm:prSet>
      <dgm:spPr/>
    </dgm:pt>
    <dgm:pt modelId="{48086AB3-3852-4278-82A9-E9D97454B024}" type="pres">
      <dgm:prSet presAssocID="{785E6D2C-71ED-4D0B-8127-0EC581EAB05D}" presName="compNode" presStyleCnt="0"/>
      <dgm:spPr/>
    </dgm:pt>
    <dgm:pt modelId="{652B53C8-4533-4DAF-AA7E-7A29A1187A8D}" type="pres">
      <dgm:prSet presAssocID="{785E6D2C-71ED-4D0B-8127-0EC581EAB05D}" presName="iconBgRect" presStyleLbl="bgShp" presStyleIdx="0" presStyleCnt="3"/>
      <dgm:spPr/>
    </dgm:pt>
    <dgm:pt modelId="{6CB764CA-E5ED-430C-BD1F-DDBA9164D01F}" type="pres">
      <dgm:prSet presAssocID="{785E6D2C-71ED-4D0B-8127-0EC581EAB05D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äkchen"/>
        </a:ext>
      </dgm:extLst>
    </dgm:pt>
    <dgm:pt modelId="{D7F37804-AA62-45F1-9A1D-1DF37953C233}" type="pres">
      <dgm:prSet presAssocID="{785E6D2C-71ED-4D0B-8127-0EC581EAB05D}" presName="spaceRect" presStyleCnt="0"/>
      <dgm:spPr/>
    </dgm:pt>
    <dgm:pt modelId="{CE3752B9-1116-4F57-BBFE-A472A6B30EF1}" type="pres">
      <dgm:prSet presAssocID="{785E6D2C-71ED-4D0B-8127-0EC581EAB05D}" presName="textRect" presStyleLbl="revTx" presStyleIdx="0" presStyleCnt="3">
        <dgm:presLayoutVars>
          <dgm:chMax val="1"/>
          <dgm:chPref val="1"/>
        </dgm:presLayoutVars>
      </dgm:prSet>
      <dgm:spPr/>
    </dgm:pt>
    <dgm:pt modelId="{A047CE8F-DDE1-4C20-B16C-A121B293557F}" type="pres">
      <dgm:prSet presAssocID="{8A78A48F-4AAA-42C3-B024-A08B4559AB9C}" presName="sibTrans" presStyleLbl="sibTrans2D1" presStyleIdx="0" presStyleCnt="0"/>
      <dgm:spPr/>
    </dgm:pt>
    <dgm:pt modelId="{2CF2376C-9224-4220-BCCA-0879D5B8FFF2}" type="pres">
      <dgm:prSet presAssocID="{B33BB660-9A71-4CE0-A950-CE3C29F0CEF7}" presName="compNode" presStyleCnt="0"/>
      <dgm:spPr/>
    </dgm:pt>
    <dgm:pt modelId="{0DCBCE1F-F760-4BA1-A88C-3B98FFC58B95}" type="pres">
      <dgm:prSet presAssocID="{B33BB660-9A71-4CE0-A950-CE3C29F0CEF7}" presName="iconBgRect" presStyleLbl="bgShp" presStyleIdx="1" presStyleCnt="3"/>
      <dgm:spPr/>
    </dgm:pt>
    <dgm:pt modelId="{2F2F2D81-F262-4EFD-8C5E-5477546E7871}" type="pres">
      <dgm:prSet presAssocID="{B33BB660-9A71-4CE0-A950-CE3C29F0CEF7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ahnräder"/>
        </a:ext>
      </dgm:extLst>
    </dgm:pt>
    <dgm:pt modelId="{BFB5490C-C853-4ABB-B2A1-E078D4716645}" type="pres">
      <dgm:prSet presAssocID="{B33BB660-9A71-4CE0-A950-CE3C29F0CEF7}" presName="spaceRect" presStyleCnt="0"/>
      <dgm:spPr/>
    </dgm:pt>
    <dgm:pt modelId="{EB52898C-9D6D-4A1D-96D3-8386F408BC80}" type="pres">
      <dgm:prSet presAssocID="{B33BB660-9A71-4CE0-A950-CE3C29F0CEF7}" presName="textRect" presStyleLbl="revTx" presStyleIdx="1" presStyleCnt="3">
        <dgm:presLayoutVars>
          <dgm:chMax val="1"/>
          <dgm:chPref val="1"/>
        </dgm:presLayoutVars>
      </dgm:prSet>
      <dgm:spPr/>
    </dgm:pt>
    <dgm:pt modelId="{1A1389CF-8828-4373-A1EB-6A6AE31BE035}" type="pres">
      <dgm:prSet presAssocID="{C347DE86-6B0C-488B-8DF5-13C229A85DB4}" presName="sibTrans" presStyleLbl="sibTrans2D1" presStyleIdx="0" presStyleCnt="0"/>
      <dgm:spPr/>
    </dgm:pt>
    <dgm:pt modelId="{1EB44EB3-E667-4CE1-99A1-C7C8CD2CFCDE}" type="pres">
      <dgm:prSet presAssocID="{E2CDF458-6E4E-4BC7-940F-9CE7DE3C82E8}" presName="compNode" presStyleCnt="0"/>
      <dgm:spPr/>
    </dgm:pt>
    <dgm:pt modelId="{D665EBF9-F84B-4766-923F-F37EF860DB1D}" type="pres">
      <dgm:prSet presAssocID="{E2CDF458-6E4E-4BC7-940F-9CE7DE3C82E8}" presName="iconBgRect" presStyleLbl="bgShp" presStyleIdx="2" presStyleCnt="3"/>
      <dgm:spPr/>
    </dgm:pt>
    <dgm:pt modelId="{F6853287-A45A-4DE7-BB51-B12C888F4102}" type="pres">
      <dgm:prSet presAssocID="{E2CDF458-6E4E-4BC7-940F-9CE7DE3C82E8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nutzer"/>
        </a:ext>
      </dgm:extLst>
    </dgm:pt>
    <dgm:pt modelId="{6FBE1346-517C-4B29-B2CE-119F6733194D}" type="pres">
      <dgm:prSet presAssocID="{E2CDF458-6E4E-4BC7-940F-9CE7DE3C82E8}" presName="spaceRect" presStyleCnt="0"/>
      <dgm:spPr/>
    </dgm:pt>
    <dgm:pt modelId="{F815EADA-2BFD-4EC6-AED7-780420FC69F0}" type="pres">
      <dgm:prSet presAssocID="{E2CDF458-6E4E-4BC7-940F-9CE7DE3C82E8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2859C705-C84D-46D7-AB43-1A8A1F072E9F}" type="presOf" srcId="{E2CDF458-6E4E-4BC7-940F-9CE7DE3C82E8}" destId="{F815EADA-2BFD-4EC6-AED7-780420FC69F0}" srcOrd="0" destOrd="0" presId="urn:microsoft.com/office/officeart/2018/2/layout/IconCircleList"/>
    <dgm:cxn modelId="{15DED10B-916B-49AC-8101-362094AB8E70}" type="presOf" srcId="{785E6D2C-71ED-4D0B-8127-0EC581EAB05D}" destId="{CE3752B9-1116-4F57-BBFE-A472A6B30EF1}" srcOrd="0" destOrd="0" presId="urn:microsoft.com/office/officeart/2018/2/layout/IconCircleList"/>
    <dgm:cxn modelId="{77EBEF5E-0D6A-4CCD-8ACF-0E35073683E8}" type="presOf" srcId="{C347DE86-6B0C-488B-8DF5-13C229A85DB4}" destId="{1A1389CF-8828-4373-A1EB-6A6AE31BE035}" srcOrd="0" destOrd="0" presId="urn:microsoft.com/office/officeart/2018/2/layout/IconCircleList"/>
    <dgm:cxn modelId="{C553AF44-E7E2-4CF9-803D-A0FBA3DDDC4D}" srcId="{BC3677E4-908F-44CA-B525-136DB278DB0F}" destId="{E2CDF458-6E4E-4BC7-940F-9CE7DE3C82E8}" srcOrd="2" destOrd="0" parTransId="{55FD7693-E61D-4A21-B2B7-63B5639BD169}" sibTransId="{F0E611A7-A77C-4E1F-A4DF-23477317CBCD}"/>
    <dgm:cxn modelId="{B082B558-40E9-411C-A61F-B64A0A2DAABE}" type="presOf" srcId="{8A78A48F-4AAA-42C3-B024-A08B4559AB9C}" destId="{A047CE8F-DDE1-4C20-B16C-A121B293557F}" srcOrd="0" destOrd="0" presId="urn:microsoft.com/office/officeart/2018/2/layout/IconCircleList"/>
    <dgm:cxn modelId="{C9CE7697-A2B1-4F17-8D48-756EC3673CD8}" srcId="{BC3677E4-908F-44CA-B525-136DB278DB0F}" destId="{B33BB660-9A71-4CE0-A950-CE3C29F0CEF7}" srcOrd="1" destOrd="0" parTransId="{B1720FCE-3D1A-428A-BFCE-E7ABE3956C7B}" sibTransId="{C347DE86-6B0C-488B-8DF5-13C229A85DB4}"/>
    <dgm:cxn modelId="{4F4040BC-99EC-4550-AE72-F83CA36036D7}" type="presOf" srcId="{B33BB660-9A71-4CE0-A950-CE3C29F0CEF7}" destId="{EB52898C-9D6D-4A1D-96D3-8386F408BC80}" srcOrd="0" destOrd="0" presId="urn:microsoft.com/office/officeart/2018/2/layout/IconCircleList"/>
    <dgm:cxn modelId="{B0D38DC2-DD1C-4345-A550-3C363BE6A125}" srcId="{BC3677E4-908F-44CA-B525-136DB278DB0F}" destId="{785E6D2C-71ED-4D0B-8127-0EC581EAB05D}" srcOrd="0" destOrd="0" parTransId="{FB5060B5-8B3F-418D-AC4C-4280D16AFE63}" sibTransId="{8A78A48F-4AAA-42C3-B024-A08B4559AB9C}"/>
    <dgm:cxn modelId="{534D16C6-8A47-4E4A-83B3-015626903692}" type="presOf" srcId="{BC3677E4-908F-44CA-B525-136DB278DB0F}" destId="{525C3B56-04AD-4BC1-8416-C1EDBE074AD2}" srcOrd="0" destOrd="0" presId="urn:microsoft.com/office/officeart/2018/2/layout/IconCircleList"/>
    <dgm:cxn modelId="{1AF9469C-C19C-4388-A9EB-068FFF2ABB6B}" type="presParOf" srcId="{525C3B56-04AD-4BC1-8416-C1EDBE074AD2}" destId="{86AB8CA7-2FE5-468D-8AC5-A0322F2F96FA}" srcOrd="0" destOrd="0" presId="urn:microsoft.com/office/officeart/2018/2/layout/IconCircleList"/>
    <dgm:cxn modelId="{8755455F-F8DD-4D36-A915-4FF5424F3BD7}" type="presParOf" srcId="{86AB8CA7-2FE5-468D-8AC5-A0322F2F96FA}" destId="{48086AB3-3852-4278-82A9-E9D97454B024}" srcOrd="0" destOrd="0" presId="urn:microsoft.com/office/officeart/2018/2/layout/IconCircleList"/>
    <dgm:cxn modelId="{8676963C-0CF3-4786-BD37-466E1BA3D3B1}" type="presParOf" srcId="{48086AB3-3852-4278-82A9-E9D97454B024}" destId="{652B53C8-4533-4DAF-AA7E-7A29A1187A8D}" srcOrd="0" destOrd="0" presId="urn:microsoft.com/office/officeart/2018/2/layout/IconCircleList"/>
    <dgm:cxn modelId="{BD851A09-65CD-486E-BF8D-113C34D4B4AE}" type="presParOf" srcId="{48086AB3-3852-4278-82A9-E9D97454B024}" destId="{6CB764CA-E5ED-430C-BD1F-DDBA9164D01F}" srcOrd="1" destOrd="0" presId="urn:microsoft.com/office/officeart/2018/2/layout/IconCircleList"/>
    <dgm:cxn modelId="{2FF39670-64B0-4EDB-8CBC-828DDA3E9D0C}" type="presParOf" srcId="{48086AB3-3852-4278-82A9-E9D97454B024}" destId="{D7F37804-AA62-45F1-9A1D-1DF37953C233}" srcOrd="2" destOrd="0" presId="urn:microsoft.com/office/officeart/2018/2/layout/IconCircleList"/>
    <dgm:cxn modelId="{4E7A11DF-98CF-4C97-A95B-9B5E313562C7}" type="presParOf" srcId="{48086AB3-3852-4278-82A9-E9D97454B024}" destId="{CE3752B9-1116-4F57-BBFE-A472A6B30EF1}" srcOrd="3" destOrd="0" presId="urn:microsoft.com/office/officeart/2018/2/layout/IconCircleList"/>
    <dgm:cxn modelId="{86F48517-F8CE-4F96-B8A6-AD5B1FFC1F90}" type="presParOf" srcId="{86AB8CA7-2FE5-468D-8AC5-A0322F2F96FA}" destId="{A047CE8F-DDE1-4C20-B16C-A121B293557F}" srcOrd="1" destOrd="0" presId="urn:microsoft.com/office/officeart/2018/2/layout/IconCircleList"/>
    <dgm:cxn modelId="{B8F8C94C-E914-4AEA-AF23-19E78E6D5CA5}" type="presParOf" srcId="{86AB8CA7-2FE5-468D-8AC5-A0322F2F96FA}" destId="{2CF2376C-9224-4220-BCCA-0879D5B8FFF2}" srcOrd="2" destOrd="0" presId="urn:microsoft.com/office/officeart/2018/2/layout/IconCircleList"/>
    <dgm:cxn modelId="{166891A5-A32D-49FB-8F8C-D72ECB27B022}" type="presParOf" srcId="{2CF2376C-9224-4220-BCCA-0879D5B8FFF2}" destId="{0DCBCE1F-F760-4BA1-A88C-3B98FFC58B95}" srcOrd="0" destOrd="0" presId="urn:microsoft.com/office/officeart/2018/2/layout/IconCircleList"/>
    <dgm:cxn modelId="{FCE81995-30D0-485C-93A3-A7B0FF414AEE}" type="presParOf" srcId="{2CF2376C-9224-4220-BCCA-0879D5B8FFF2}" destId="{2F2F2D81-F262-4EFD-8C5E-5477546E7871}" srcOrd="1" destOrd="0" presId="urn:microsoft.com/office/officeart/2018/2/layout/IconCircleList"/>
    <dgm:cxn modelId="{A0E28945-D448-4CF8-AD8E-E3C24C167524}" type="presParOf" srcId="{2CF2376C-9224-4220-BCCA-0879D5B8FFF2}" destId="{BFB5490C-C853-4ABB-B2A1-E078D4716645}" srcOrd="2" destOrd="0" presId="urn:microsoft.com/office/officeart/2018/2/layout/IconCircleList"/>
    <dgm:cxn modelId="{1FE775F9-6F7A-4584-80EA-F81174E0BA7A}" type="presParOf" srcId="{2CF2376C-9224-4220-BCCA-0879D5B8FFF2}" destId="{EB52898C-9D6D-4A1D-96D3-8386F408BC80}" srcOrd="3" destOrd="0" presId="urn:microsoft.com/office/officeart/2018/2/layout/IconCircleList"/>
    <dgm:cxn modelId="{21E459D3-CC7F-4386-9F61-6A273E4C9253}" type="presParOf" srcId="{86AB8CA7-2FE5-468D-8AC5-A0322F2F96FA}" destId="{1A1389CF-8828-4373-A1EB-6A6AE31BE035}" srcOrd="3" destOrd="0" presId="urn:microsoft.com/office/officeart/2018/2/layout/IconCircleList"/>
    <dgm:cxn modelId="{F4A2ECAC-FEA0-4501-A910-A2736876DB9F}" type="presParOf" srcId="{86AB8CA7-2FE5-468D-8AC5-A0322F2F96FA}" destId="{1EB44EB3-E667-4CE1-99A1-C7C8CD2CFCDE}" srcOrd="4" destOrd="0" presId="urn:microsoft.com/office/officeart/2018/2/layout/IconCircleList"/>
    <dgm:cxn modelId="{97107019-3E19-4C9E-B8EA-4E82513988CF}" type="presParOf" srcId="{1EB44EB3-E667-4CE1-99A1-C7C8CD2CFCDE}" destId="{D665EBF9-F84B-4766-923F-F37EF860DB1D}" srcOrd="0" destOrd="0" presId="urn:microsoft.com/office/officeart/2018/2/layout/IconCircleList"/>
    <dgm:cxn modelId="{274BF7DD-A364-4C25-8064-BD4B624D5E6F}" type="presParOf" srcId="{1EB44EB3-E667-4CE1-99A1-C7C8CD2CFCDE}" destId="{F6853287-A45A-4DE7-BB51-B12C888F4102}" srcOrd="1" destOrd="0" presId="urn:microsoft.com/office/officeart/2018/2/layout/IconCircleList"/>
    <dgm:cxn modelId="{62B21726-4D2A-4E14-A530-DC85E39F0BDC}" type="presParOf" srcId="{1EB44EB3-E667-4CE1-99A1-C7C8CD2CFCDE}" destId="{6FBE1346-517C-4B29-B2CE-119F6733194D}" srcOrd="2" destOrd="0" presId="urn:microsoft.com/office/officeart/2018/2/layout/IconCircleList"/>
    <dgm:cxn modelId="{FC612C1B-BED6-4EB8-BD20-1C613B65EFAB}" type="presParOf" srcId="{1EB44EB3-E667-4CE1-99A1-C7C8CD2CFCDE}" destId="{F815EADA-2BFD-4EC6-AED7-780420FC69F0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D083EA-3EFC-4DCB-A208-DD4F24AE3AED}">
      <dsp:nvSpPr>
        <dsp:cNvPr id="0" name=""/>
        <dsp:cNvSpPr/>
      </dsp:nvSpPr>
      <dsp:spPr>
        <a:xfrm>
          <a:off x="0" y="53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BC8CD6-8738-41EA-9E71-3CD4C9AF2582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F9AC71-54D6-40B6-9BBF-6121431AFEF9}">
      <dsp:nvSpPr>
        <dsp:cNvPr id="0" name=""/>
        <dsp:cNvSpPr/>
      </dsp:nvSpPr>
      <dsp:spPr>
        <a:xfrm>
          <a:off x="1435590" y="53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/>
            <a:t>Task Management Web Service</a:t>
          </a:r>
          <a:endParaRPr lang="en-US" sz="2500" kern="1200"/>
        </a:p>
      </dsp:txBody>
      <dsp:txXfrm>
        <a:off x="1435590" y="531"/>
        <a:ext cx="9080009" cy="1242935"/>
      </dsp:txXfrm>
    </dsp:sp>
    <dsp:sp modelId="{23E5BB99-2328-448B-8669-6667B3706BCD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3312C8-A8E7-471C-BDC7-E288FC589C93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AA2DC6-EB90-4377-85A4-827E380A0EE9}">
      <dsp:nvSpPr>
        <dsp:cNvPr id="0" name=""/>
        <dsp:cNvSpPr/>
      </dsp:nvSpPr>
      <dsp:spPr>
        <a:xfrm>
          <a:off x="1435590" y="1554201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/>
            <a:t>Simple, scalable, role-based system</a:t>
          </a:r>
          <a:endParaRPr lang="en-US" sz="2500" kern="1200"/>
        </a:p>
      </dsp:txBody>
      <dsp:txXfrm>
        <a:off x="1435590" y="1554201"/>
        <a:ext cx="9080009" cy="1242935"/>
      </dsp:txXfrm>
    </dsp:sp>
    <dsp:sp modelId="{84A5270B-C85B-44A0-BE08-AE3E6BD0D9F3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7E8371-02DB-4E6B-BDD4-4E6725844AB0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F0C4A8-9922-4E19-BD57-11A092C0AE8A}">
      <dsp:nvSpPr>
        <dsp:cNvPr id="0" name=""/>
        <dsp:cNvSpPr/>
      </dsp:nvSpPr>
      <dsp:spPr>
        <a:xfrm>
          <a:off x="1435590" y="3107870"/>
          <a:ext cx="908000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/>
            <a:t>Designed for teams &amp; project collaborations</a:t>
          </a:r>
          <a:endParaRPr lang="en-US" sz="2500" kern="1200"/>
        </a:p>
      </dsp:txBody>
      <dsp:txXfrm>
        <a:off x="1435590" y="3107870"/>
        <a:ext cx="9080009" cy="124293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D869FC-B461-4CFA-8B81-9E82518E424C}">
      <dsp:nvSpPr>
        <dsp:cNvPr id="0" name=""/>
        <dsp:cNvSpPr/>
      </dsp:nvSpPr>
      <dsp:spPr>
        <a:xfrm>
          <a:off x="0" y="1805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11ED16-F34E-4AD6-B66D-3F70BA517240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B23EAF-429C-456E-8642-801A780F6054}">
      <dsp:nvSpPr>
        <dsp:cNvPr id="0" name=""/>
        <dsp:cNvSpPr/>
      </dsp:nvSpPr>
      <dsp:spPr>
        <a:xfrm>
          <a:off x="1057183" y="1805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Create and delete tasks</a:t>
          </a:r>
          <a:endParaRPr lang="en-US" sz="2200" kern="1200"/>
        </a:p>
      </dsp:txBody>
      <dsp:txXfrm>
        <a:off x="1057183" y="1805"/>
        <a:ext cx="9458416" cy="915310"/>
      </dsp:txXfrm>
    </dsp:sp>
    <dsp:sp modelId="{CC426A96-FFDB-4266-A757-CD996B6C4DB4}">
      <dsp:nvSpPr>
        <dsp:cNvPr id="0" name=""/>
        <dsp:cNvSpPr/>
      </dsp:nvSpPr>
      <dsp:spPr>
        <a:xfrm>
          <a:off x="0" y="1145944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88A234-0E14-48AC-8EB6-6A70D849B03F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01CF91-04D6-4181-87C6-F387D13098CC}">
      <dsp:nvSpPr>
        <dsp:cNvPr id="0" name=""/>
        <dsp:cNvSpPr/>
      </dsp:nvSpPr>
      <dsp:spPr>
        <a:xfrm>
          <a:off x="1057183" y="1145944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Asign tasks to team members</a:t>
          </a:r>
          <a:endParaRPr lang="en-US" sz="2200" kern="1200"/>
        </a:p>
      </dsp:txBody>
      <dsp:txXfrm>
        <a:off x="1057183" y="1145944"/>
        <a:ext cx="9458416" cy="915310"/>
      </dsp:txXfrm>
    </dsp:sp>
    <dsp:sp modelId="{2E6C152C-E176-4EF6-A215-A5A239D3187B}">
      <dsp:nvSpPr>
        <dsp:cNvPr id="0" name=""/>
        <dsp:cNvSpPr/>
      </dsp:nvSpPr>
      <dsp:spPr>
        <a:xfrm>
          <a:off x="0" y="2290082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674C94-901C-4D64-A9CE-27A8F67F7D24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11DF8C-E82B-4F1B-8F95-841691900A1C}">
      <dsp:nvSpPr>
        <dsp:cNvPr id="0" name=""/>
        <dsp:cNvSpPr/>
      </dsp:nvSpPr>
      <dsp:spPr>
        <a:xfrm>
          <a:off x="1057183" y="2290082"/>
          <a:ext cx="4732020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Update :</a:t>
          </a:r>
          <a:endParaRPr lang="en-US" sz="2200" kern="1200"/>
        </a:p>
      </dsp:txBody>
      <dsp:txXfrm>
        <a:off x="1057183" y="2290082"/>
        <a:ext cx="4732020" cy="915310"/>
      </dsp:txXfrm>
    </dsp:sp>
    <dsp:sp modelId="{5333471D-7F93-4B45-9FEF-B14C742E1E7E}">
      <dsp:nvSpPr>
        <dsp:cNvPr id="0" name=""/>
        <dsp:cNvSpPr/>
      </dsp:nvSpPr>
      <dsp:spPr>
        <a:xfrm>
          <a:off x="2894617" y="2290082"/>
          <a:ext cx="472639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Status (</a:t>
          </a:r>
          <a:r>
            <a:rPr lang="de-DE" sz="1800" kern="1200" dirty="0" err="1"/>
            <a:t>To</a:t>
          </a:r>
          <a:r>
            <a:rPr lang="de-DE" sz="1800" kern="1200" dirty="0"/>
            <a:t> Do / In Progress / </a:t>
          </a:r>
          <a:r>
            <a:rPr lang="de-DE" sz="1800" kern="1200" dirty="0" err="1"/>
            <a:t>Done</a:t>
          </a:r>
          <a:r>
            <a:rPr lang="de-DE" sz="1800" kern="1200" dirty="0"/>
            <a:t>  … )</a:t>
          </a:r>
          <a:endParaRPr lang="en-US" sz="1800" kern="1200" dirty="0"/>
        </a:p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/>
            <a:t>Priority ( Low / Medium / High )</a:t>
          </a:r>
          <a:endParaRPr lang="en-US" sz="1800" kern="1200"/>
        </a:p>
      </dsp:txBody>
      <dsp:txXfrm>
        <a:off x="2894617" y="2290082"/>
        <a:ext cx="4726396" cy="915310"/>
      </dsp:txXfrm>
    </dsp:sp>
    <dsp:sp modelId="{38E6E0BD-BD6C-43C7-A2D3-69B663BD8BB7}">
      <dsp:nvSpPr>
        <dsp:cNvPr id="0" name=""/>
        <dsp:cNvSpPr/>
      </dsp:nvSpPr>
      <dsp:spPr>
        <a:xfrm>
          <a:off x="0" y="3434221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E821EB-5612-4580-8DF1-296BC174EFA6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D41BC0-FF9B-4804-930A-EA4D29800FC2}">
      <dsp:nvSpPr>
        <dsp:cNvPr id="0" name=""/>
        <dsp:cNvSpPr/>
      </dsp:nvSpPr>
      <dsp:spPr>
        <a:xfrm>
          <a:off x="1057183" y="3434221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Add labels / epics for categorization</a:t>
          </a:r>
          <a:endParaRPr lang="en-US" sz="2200" kern="1200"/>
        </a:p>
      </dsp:txBody>
      <dsp:txXfrm>
        <a:off x="1057183" y="3434221"/>
        <a:ext cx="9458416" cy="9153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6C3F58-D1DC-4AAF-932C-7429E03E6ADB}">
      <dsp:nvSpPr>
        <dsp:cNvPr id="0" name=""/>
        <dsp:cNvSpPr/>
      </dsp:nvSpPr>
      <dsp:spPr>
        <a:xfrm>
          <a:off x="393" y="841903"/>
          <a:ext cx="1098562" cy="1098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4D61C-76CA-4608-883A-51C06A0EF12C}">
      <dsp:nvSpPr>
        <dsp:cNvPr id="0" name=""/>
        <dsp:cNvSpPr/>
      </dsp:nvSpPr>
      <dsp:spPr>
        <a:xfrm>
          <a:off x="393" y="2055169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de-DE" sz="1500" kern="1200"/>
            <a:t>Filter tasks by:</a:t>
          </a:r>
          <a:endParaRPr lang="en-US" sz="1500" kern="1200"/>
        </a:p>
      </dsp:txBody>
      <dsp:txXfrm>
        <a:off x="393" y="2055169"/>
        <a:ext cx="3138750" cy="470812"/>
      </dsp:txXfrm>
    </dsp:sp>
    <dsp:sp modelId="{47FB293C-3F54-4246-8A95-8E74AB5B9CA2}">
      <dsp:nvSpPr>
        <dsp:cNvPr id="0" name=""/>
        <dsp:cNvSpPr/>
      </dsp:nvSpPr>
      <dsp:spPr>
        <a:xfrm>
          <a:off x="393" y="2579332"/>
          <a:ext cx="3138750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Assigned</a:t>
          </a:r>
          <a:r>
            <a:rPr lang="de-DE" sz="1600" kern="1200" dirty="0"/>
            <a:t> </a:t>
          </a:r>
          <a:r>
            <a:rPr lang="de-DE" sz="1600" kern="1200" dirty="0" err="1"/>
            <a:t>user</a:t>
          </a:r>
          <a:endParaRPr lang="en-US" sz="1600" kern="1200" dirty="0"/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 err="1"/>
            <a:t>Priority</a:t>
          </a:r>
          <a:endParaRPr lang="en-US" sz="1600" kern="1200" dirty="0"/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Status</a:t>
          </a:r>
          <a:endParaRPr lang="en-US" sz="1600" kern="1200" dirty="0"/>
        </a:p>
      </dsp:txBody>
      <dsp:txXfrm>
        <a:off x="393" y="2579332"/>
        <a:ext cx="3138750" cy="930102"/>
      </dsp:txXfrm>
    </dsp:sp>
    <dsp:sp modelId="{6EE03D86-E861-4841-95A0-2D577D4FA2E7}">
      <dsp:nvSpPr>
        <dsp:cNvPr id="0" name=""/>
        <dsp:cNvSpPr/>
      </dsp:nvSpPr>
      <dsp:spPr>
        <a:xfrm>
          <a:off x="3688425" y="841903"/>
          <a:ext cx="1098562" cy="1098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F1C449-4274-46BA-B22F-8584C994515C}">
      <dsp:nvSpPr>
        <dsp:cNvPr id="0" name=""/>
        <dsp:cNvSpPr/>
      </dsp:nvSpPr>
      <dsp:spPr>
        <a:xfrm>
          <a:off x="3688425" y="2055169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de-DE" sz="1500" kern="1200"/>
            <a:t>Keyword-based search</a:t>
          </a:r>
          <a:endParaRPr lang="en-US" sz="1500" kern="1200"/>
        </a:p>
      </dsp:txBody>
      <dsp:txXfrm>
        <a:off x="3688425" y="2055169"/>
        <a:ext cx="3138750" cy="470812"/>
      </dsp:txXfrm>
    </dsp:sp>
    <dsp:sp modelId="{A86F4341-0780-4C7C-B26A-B3E8835E803A}">
      <dsp:nvSpPr>
        <dsp:cNvPr id="0" name=""/>
        <dsp:cNvSpPr/>
      </dsp:nvSpPr>
      <dsp:spPr>
        <a:xfrm>
          <a:off x="3688425" y="2579332"/>
          <a:ext cx="3138750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3FF2DD-93A5-4B9D-AF8A-7DB593C73B72}">
      <dsp:nvSpPr>
        <dsp:cNvPr id="0" name=""/>
        <dsp:cNvSpPr/>
      </dsp:nvSpPr>
      <dsp:spPr>
        <a:xfrm>
          <a:off x="7376456" y="841903"/>
          <a:ext cx="1098562" cy="1098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8F6383-1394-4517-A005-983588E2E49E}">
      <dsp:nvSpPr>
        <dsp:cNvPr id="0" name=""/>
        <dsp:cNvSpPr/>
      </dsp:nvSpPr>
      <dsp:spPr>
        <a:xfrm>
          <a:off x="7376456" y="2055169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de-DE" sz="1500" kern="1200"/>
            <a:t>Improves productivity &amp; navigation</a:t>
          </a:r>
          <a:endParaRPr lang="en-US" sz="1500" kern="1200"/>
        </a:p>
      </dsp:txBody>
      <dsp:txXfrm>
        <a:off x="7376456" y="2055169"/>
        <a:ext cx="3138750" cy="470812"/>
      </dsp:txXfrm>
    </dsp:sp>
    <dsp:sp modelId="{78078300-3CF3-417B-8519-A87125439218}">
      <dsp:nvSpPr>
        <dsp:cNvPr id="0" name=""/>
        <dsp:cNvSpPr/>
      </dsp:nvSpPr>
      <dsp:spPr>
        <a:xfrm>
          <a:off x="7376456" y="2579332"/>
          <a:ext cx="3138750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E41955-4E3B-4CE5-B8ED-D556AA7DB967}">
      <dsp:nvSpPr>
        <dsp:cNvPr id="0" name=""/>
        <dsp:cNvSpPr/>
      </dsp:nvSpPr>
      <dsp:spPr>
        <a:xfrm>
          <a:off x="145160" y="178712"/>
          <a:ext cx="1301244" cy="130124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E2EB79-57A2-456F-B49B-AE2413B3E957}">
      <dsp:nvSpPr>
        <dsp:cNvPr id="0" name=""/>
        <dsp:cNvSpPr/>
      </dsp:nvSpPr>
      <dsp:spPr>
        <a:xfrm>
          <a:off x="418421" y="451973"/>
          <a:ext cx="754721" cy="75472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A0889A-A930-436C-9809-19741DD0BAEB}">
      <dsp:nvSpPr>
        <dsp:cNvPr id="0" name=""/>
        <dsp:cNvSpPr/>
      </dsp:nvSpPr>
      <dsp:spPr>
        <a:xfrm>
          <a:off x="1725242" y="178712"/>
          <a:ext cx="3067218" cy="13012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/>
            <a:t>Backlog-style overview</a:t>
          </a:r>
          <a:endParaRPr lang="en-US" sz="2400" kern="1200"/>
        </a:p>
      </dsp:txBody>
      <dsp:txXfrm>
        <a:off x="1725242" y="178712"/>
        <a:ext cx="3067218" cy="1301244"/>
      </dsp:txXfrm>
    </dsp:sp>
    <dsp:sp modelId="{FCFA2B0C-35C2-4B3F-A85B-C4F01A4F6198}">
      <dsp:nvSpPr>
        <dsp:cNvPr id="0" name=""/>
        <dsp:cNvSpPr/>
      </dsp:nvSpPr>
      <dsp:spPr>
        <a:xfrm>
          <a:off x="5326899" y="178712"/>
          <a:ext cx="1301244" cy="130124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C9C443-1C92-46C1-89B7-BA7DCA07918D}">
      <dsp:nvSpPr>
        <dsp:cNvPr id="0" name=""/>
        <dsp:cNvSpPr/>
      </dsp:nvSpPr>
      <dsp:spPr>
        <a:xfrm>
          <a:off x="5600160" y="451973"/>
          <a:ext cx="754721" cy="75472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6BABD3-CA68-4A8F-8816-D838DD426E3D}">
      <dsp:nvSpPr>
        <dsp:cNvPr id="0" name=""/>
        <dsp:cNvSpPr/>
      </dsp:nvSpPr>
      <dsp:spPr>
        <a:xfrm>
          <a:off x="6906981" y="178712"/>
          <a:ext cx="3067218" cy="13012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/>
            <a:t>Visual task grouping </a:t>
          </a:r>
          <a:endParaRPr lang="en-US" sz="2400" kern="1200"/>
        </a:p>
      </dsp:txBody>
      <dsp:txXfrm>
        <a:off x="6906981" y="178712"/>
        <a:ext cx="3067218" cy="1301244"/>
      </dsp:txXfrm>
    </dsp:sp>
    <dsp:sp modelId="{837B322E-BCBD-46ED-980F-742508AFC51C}">
      <dsp:nvSpPr>
        <dsp:cNvPr id="0" name=""/>
        <dsp:cNvSpPr/>
      </dsp:nvSpPr>
      <dsp:spPr>
        <a:xfrm>
          <a:off x="145160" y="2086203"/>
          <a:ext cx="1301244" cy="130124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AEA079-D23B-4E1C-ACA1-EFCD076D32FA}">
      <dsp:nvSpPr>
        <dsp:cNvPr id="0" name=""/>
        <dsp:cNvSpPr/>
      </dsp:nvSpPr>
      <dsp:spPr>
        <a:xfrm>
          <a:off x="418421" y="2359464"/>
          <a:ext cx="754721" cy="75472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461FAB-A003-4DC1-B744-523D72A0C883}">
      <dsp:nvSpPr>
        <dsp:cNvPr id="0" name=""/>
        <dsp:cNvSpPr/>
      </dsp:nvSpPr>
      <dsp:spPr>
        <a:xfrm>
          <a:off x="1725242" y="2086203"/>
          <a:ext cx="3067218" cy="13012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/>
            <a:t>Track progress in real-time</a:t>
          </a:r>
          <a:endParaRPr lang="en-US" sz="2400" kern="1200"/>
        </a:p>
      </dsp:txBody>
      <dsp:txXfrm>
        <a:off x="1725242" y="2086203"/>
        <a:ext cx="3067218" cy="1301244"/>
      </dsp:txXfrm>
    </dsp:sp>
    <dsp:sp modelId="{C9416BC8-F8E4-4ECD-8781-729250EA29C7}">
      <dsp:nvSpPr>
        <dsp:cNvPr id="0" name=""/>
        <dsp:cNvSpPr/>
      </dsp:nvSpPr>
      <dsp:spPr>
        <a:xfrm>
          <a:off x="5326899" y="2086203"/>
          <a:ext cx="1301244" cy="1301244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142F6B-6067-4891-A0D1-7939C44ACA70}">
      <dsp:nvSpPr>
        <dsp:cNvPr id="0" name=""/>
        <dsp:cNvSpPr/>
      </dsp:nvSpPr>
      <dsp:spPr>
        <a:xfrm>
          <a:off x="5600160" y="2359464"/>
          <a:ext cx="754721" cy="75472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067734-8F47-499D-95E2-45A56F5B9AF9}">
      <dsp:nvSpPr>
        <dsp:cNvPr id="0" name=""/>
        <dsp:cNvSpPr/>
      </dsp:nvSpPr>
      <dsp:spPr>
        <a:xfrm>
          <a:off x="6906981" y="2086203"/>
          <a:ext cx="3067218" cy="13012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400" kern="1200"/>
            <a:t>Helps managers monitor workload</a:t>
          </a:r>
          <a:endParaRPr lang="en-US" sz="2400" kern="1200"/>
        </a:p>
      </dsp:txBody>
      <dsp:txXfrm>
        <a:off x="6906981" y="2086203"/>
        <a:ext cx="3067218" cy="130124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2B53C8-4533-4DAF-AA7E-7A29A1187A8D}">
      <dsp:nvSpPr>
        <dsp:cNvPr id="0" name=""/>
        <dsp:cNvSpPr/>
      </dsp:nvSpPr>
      <dsp:spPr>
        <a:xfrm>
          <a:off x="366183" y="1376213"/>
          <a:ext cx="813733" cy="813733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B764CA-E5ED-430C-BD1F-DDBA9164D01F}">
      <dsp:nvSpPr>
        <dsp:cNvPr id="0" name=""/>
        <dsp:cNvSpPr/>
      </dsp:nvSpPr>
      <dsp:spPr>
        <a:xfrm>
          <a:off x="537067" y="1547097"/>
          <a:ext cx="471965" cy="47196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3752B9-1116-4F57-BBFE-A472A6B30EF1}">
      <dsp:nvSpPr>
        <dsp:cNvPr id="0" name=""/>
        <dsp:cNvSpPr/>
      </dsp:nvSpPr>
      <dsp:spPr>
        <a:xfrm>
          <a:off x="1354287" y="1376213"/>
          <a:ext cx="1918085" cy="8137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Covers essentail project management needs</a:t>
          </a:r>
          <a:endParaRPr lang="en-US" sz="1700" kern="1200"/>
        </a:p>
      </dsp:txBody>
      <dsp:txXfrm>
        <a:off x="1354287" y="1376213"/>
        <a:ext cx="1918085" cy="813733"/>
      </dsp:txXfrm>
    </dsp:sp>
    <dsp:sp modelId="{0DCBCE1F-F760-4BA1-A88C-3B98FFC58B95}">
      <dsp:nvSpPr>
        <dsp:cNvPr id="0" name=""/>
        <dsp:cNvSpPr/>
      </dsp:nvSpPr>
      <dsp:spPr>
        <a:xfrm>
          <a:off x="3606585" y="1376213"/>
          <a:ext cx="813733" cy="813733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2F2D81-F262-4EFD-8C5E-5477546E7871}">
      <dsp:nvSpPr>
        <dsp:cNvPr id="0" name=""/>
        <dsp:cNvSpPr/>
      </dsp:nvSpPr>
      <dsp:spPr>
        <a:xfrm>
          <a:off x="3777468" y="1547097"/>
          <a:ext cx="471965" cy="47196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52898C-9D6D-4A1D-96D3-8386F408BC80}">
      <dsp:nvSpPr>
        <dsp:cNvPr id="0" name=""/>
        <dsp:cNvSpPr/>
      </dsp:nvSpPr>
      <dsp:spPr>
        <a:xfrm>
          <a:off x="4594689" y="1376213"/>
          <a:ext cx="1918085" cy="8137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Scalable and modular desgin</a:t>
          </a:r>
          <a:endParaRPr lang="en-US" sz="1700" kern="1200"/>
        </a:p>
      </dsp:txBody>
      <dsp:txXfrm>
        <a:off x="4594689" y="1376213"/>
        <a:ext cx="1918085" cy="813733"/>
      </dsp:txXfrm>
    </dsp:sp>
    <dsp:sp modelId="{D665EBF9-F84B-4766-923F-F37EF860DB1D}">
      <dsp:nvSpPr>
        <dsp:cNvPr id="0" name=""/>
        <dsp:cNvSpPr/>
      </dsp:nvSpPr>
      <dsp:spPr>
        <a:xfrm>
          <a:off x="6846986" y="1376213"/>
          <a:ext cx="813733" cy="813733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853287-A45A-4DE7-BB51-B12C888F4102}">
      <dsp:nvSpPr>
        <dsp:cNvPr id="0" name=""/>
        <dsp:cNvSpPr/>
      </dsp:nvSpPr>
      <dsp:spPr>
        <a:xfrm>
          <a:off x="7017870" y="1547097"/>
          <a:ext cx="471965" cy="47196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15EADA-2BFD-4EC6-AED7-780420FC69F0}">
      <dsp:nvSpPr>
        <dsp:cNvPr id="0" name=""/>
        <dsp:cNvSpPr/>
      </dsp:nvSpPr>
      <dsp:spPr>
        <a:xfrm>
          <a:off x="7835091" y="1376213"/>
          <a:ext cx="1918085" cy="8137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Supports multiple user roles</a:t>
          </a:r>
          <a:endParaRPr lang="en-US" sz="1700" kern="1200"/>
        </a:p>
      </dsp:txBody>
      <dsp:txXfrm>
        <a:off x="7835091" y="1376213"/>
        <a:ext cx="1918085" cy="8137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37F4D-82DA-4DFB-BF23-A0FABC13EDA0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363460-95BA-48BE-B103-B0C9C83FA67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9878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363460-95BA-48BE-B103-B0C9C83FA672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69373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363460-95BA-48BE-B103-B0C9C83FA672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8932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1863DA-3854-A9BB-A68F-4D09162C8E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25F53D3-9BDE-4346-279C-7F061FF6DB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982D5B-716C-1939-2F42-D19B4D738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0EBB47B-B527-F4E6-0A01-303989EFC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B2C03B-90F3-5C99-6383-6D72A23B2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4773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AA7990-7780-7770-871E-7B60504E5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7D54A5-A3FC-E3CC-5723-D51F2B5551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478ABA7-DD2C-A30C-8DD3-FEB6EA432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5434539-53E9-0029-9CF9-985DA71EB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7FF70E-A117-3FE0-E640-A32EEEAE1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4967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19F928-15BF-FDB5-691D-64001EEFE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0EACDD5-8656-7FAB-8F3B-F591C7E1AC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CDAAB2-58AC-8A45-A7EF-205FD3277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CECCA3D-9E2E-E3B4-A963-161BB4F83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3851E7-9487-527E-4251-0726D61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1668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3F13F5-6A09-1C4D-C04F-0C686217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D5B3CC-D2DD-DD83-9CC0-550F06FED7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008114D-1E5D-2D2C-9FD2-C0C831BE59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620FD26-06EC-C4DB-D3E2-1986D2B3E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5D4A5BD-3C01-C887-C055-CDC596C75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79D7A6-C33D-3FD2-1925-0E5E109C6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7887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29EF2F-BA17-CAF5-0AE5-3F4B1B2BD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133017E-677C-F3B0-B1F3-073165E8F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567F8CF-E60A-9144-0AAC-0022377CAB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7932147-AC13-4330-A13D-5F37B3DC51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C508D49-4247-41D5-A5C1-7E7E0AE0DA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4D1DCAE-ABA6-F02F-C99D-706716507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EA0E559-FF01-D369-4771-3216FBA2B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8F3407B-FA35-2009-DDE5-D910F0F2B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6057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DA7A00-222E-1666-9027-21C351E60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19B1128-9488-85AA-5330-5E90A2B8C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93D8032-8824-2407-C5E2-787CB43AE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21BB638-8AF1-FBB4-327B-9AD896AF2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0288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EB84BCB-A101-C01B-8375-35A694BCD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18C88E0-013A-805A-EE23-9C358B807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66E65A-76F5-3C78-F741-4B1443FE0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5524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05F76F-FA59-8A92-1FDD-8815D3F8C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063CBAB-E6A8-9BAF-2F13-B407982F1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03FE719-34A3-9F61-8720-DC76089E2E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25973D6-B07F-4EB1-6984-7095CE152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E099D37-77F0-214A-A827-1F86B1ECE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E6586D7-C2D3-DC45-1389-3A70281F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523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614308-3A10-7E16-3B95-69E108496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ECB48CF-C9AD-73A7-D286-FCF912083F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6173EF6-8B1C-9B30-FB93-912BA4583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7B5C9EA-2D8E-AE7C-510D-C1E6C3E25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1655726-6F96-654C-864A-0F762F205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97F9462-DAE8-02AF-2E62-DCAE5CDB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3000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716C7A-2249-E54A-B86C-86C579CB9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7D9F6BF-9777-4EA8-3EB8-429F9DFAF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6EBEE9-E412-FDE3-A155-D3C6A2E8F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B7CAD93-1D78-AD15-D00E-D628A1DE4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0C136B-A41A-A289-7DD1-96872BFBF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7160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AAA2C0F-B721-0421-B30B-4C007E0825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0159CF-F477-5DF7-B483-98634EB315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7A6ED7-0D2C-0CE9-6D6A-067132DB7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C59034-12B4-5A12-2356-81E9EF1F7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B8EAE3-1A89-9825-80E9-40817D448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2121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E58F04D-48AA-E0AC-3805-76ED28674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0C9A1E4-14AC-B394-B07A-32A5FE8AA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B4E9F1-C0AB-CC6F-4990-EA9D80DC86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B43332-69BE-4666-972E-266063F3284B}" type="datetimeFigureOut">
              <a:rPr lang="de-DE" smtClean="0"/>
              <a:t>04.04.2026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EDA3F0-2070-EB80-2315-7F015B915C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B11B45D-FCD1-AF22-BFDE-A2A55D77E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C0B1F3-2D17-4750-A184-0F72B74EC4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96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86B1046-A423-AEA0-AF73-FC649BF949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04065" y="1613669"/>
            <a:ext cx="6831130" cy="2387918"/>
          </a:xfrm>
        </p:spPr>
        <p:txBody>
          <a:bodyPr anchor="b">
            <a:normAutofit/>
          </a:bodyPr>
          <a:lstStyle/>
          <a:p>
            <a:r>
              <a:rPr lang="de-DE" sz="5200" dirty="0">
                <a:solidFill>
                  <a:schemeClr val="tx2"/>
                </a:solidFill>
              </a:rPr>
              <a:t>Webservice – Task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75C4ED-67E1-B30F-E48A-B5792BFFDB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02135" y="4001587"/>
            <a:ext cx="5188034" cy="682079"/>
          </a:xfrm>
        </p:spPr>
        <p:txBody>
          <a:bodyPr>
            <a:normAutofit/>
          </a:bodyPr>
          <a:lstStyle/>
          <a:p>
            <a:endParaRPr lang="de-DE">
              <a:solidFill>
                <a:schemeClr val="tx2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193200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2DC301-AD23-D7C5-19F9-06E02C9C4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Task Board (Mini Jira)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51AAEEF-BBC8-BB5F-4EDA-44D1507CCB3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49115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504306-BDFF-455D-35DB-15329B681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 – Project Member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14BFF4B-FED8-E8BA-5F2F-7A78263BA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8706" y="1406525"/>
            <a:ext cx="7840620" cy="4887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77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D154B5-C730-E095-F56C-0ECEFBEC3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 – Project Manager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C0C83F2-A5D9-1B60-E231-7F009AC72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375" y="1371600"/>
            <a:ext cx="7840675" cy="5225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769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847311-843C-C6BC-D0A9-8C003FD3B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 – Project Manager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0FB858E-D404-964A-56BE-44AFCB802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951" y="1400175"/>
            <a:ext cx="5649999" cy="5007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4075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25DD9F3-54F3-1D1B-C187-087A08B94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>
                <a:solidFill>
                  <a:schemeClr val="tx2"/>
                </a:solidFill>
              </a:rPr>
              <a:t>Core Feature Ideas (Must Haves)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CCCF89-82F7-6D63-6DB2-BF7AB6614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7825" y="804672"/>
            <a:ext cx="6019799" cy="5230368"/>
          </a:xfrm>
        </p:spPr>
        <p:txBody>
          <a:bodyPr anchor="ctr">
            <a:normAutofit/>
          </a:bodyPr>
          <a:lstStyle/>
          <a:p>
            <a:r>
              <a:rPr lang="de-DE" sz="2400" dirty="0">
                <a:solidFill>
                  <a:schemeClr val="tx2"/>
                </a:solidFill>
              </a:rPr>
              <a:t>Task </a:t>
            </a:r>
            <a:r>
              <a:rPr lang="de-DE" sz="2400" dirty="0" err="1">
                <a:solidFill>
                  <a:schemeClr val="tx2"/>
                </a:solidFill>
              </a:rPr>
              <a:t>management</a:t>
            </a:r>
            <a:r>
              <a:rPr lang="de-DE" sz="2400" dirty="0">
                <a:solidFill>
                  <a:schemeClr val="tx2"/>
                </a:solidFill>
              </a:rPr>
              <a:t> (</a:t>
            </a:r>
            <a:r>
              <a:rPr lang="de-DE" sz="2400" dirty="0" err="1">
                <a:solidFill>
                  <a:schemeClr val="tx2"/>
                </a:solidFill>
              </a:rPr>
              <a:t>create</a:t>
            </a:r>
            <a:r>
              <a:rPr lang="de-DE" sz="2400" dirty="0">
                <a:solidFill>
                  <a:schemeClr val="tx2"/>
                </a:solidFill>
              </a:rPr>
              <a:t>, </a:t>
            </a:r>
            <a:r>
              <a:rPr lang="de-DE" sz="2400" dirty="0" err="1">
                <a:solidFill>
                  <a:schemeClr val="tx2"/>
                </a:solidFill>
              </a:rPr>
              <a:t>edit</a:t>
            </a:r>
            <a:r>
              <a:rPr lang="de-DE" sz="2400" dirty="0">
                <a:solidFill>
                  <a:schemeClr val="tx2"/>
                </a:solidFill>
              </a:rPr>
              <a:t> , </a:t>
            </a:r>
            <a:r>
              <a:rPr lang="de-DE" sz="2400" dirty="0" err="1">
                <a:solidFill>
                  <a:schemeClr val="tx2"/>
                </a:solidFill>
              </a:rPr>
              <a:t>delete</a:t>
            </a:r>
            <a:r>
              <a:rPr lang="de-DE" sz="2400" dirty="0">
                <a:solidFill>
                  <a:schemeClr val="tx2"/>
                </a:solidFill>
              </a:rPr>
              <a:t>)</a:t>
            </a:r>
          </a:p>
          <a:p>
            <a:r>
              <a:rPr lang="de-DE" sz="2400" dirty="0">
                <a:solidFill>
                  <a:schemeClr val="tx2"/>
                </a:solidFill>
              </a:rPr>
              <a:t>Task </a:t>
            </a:r>
            <a:r>
              <a:rPr lang="de-DE" sz="2400" dirty="0" err="1">
                <a:solidFill>
                  <a:schemeClr val="tx2"/>
                </a:solidFill>
              </a:rPr>
              <a:t>Assignment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to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users</a:t>
            </a:r>
            <a:endParaRPr lang="de-DE" sz="2400" dirty="0">
              <a:solidFill>
                <a:schemeClr val="tx2"/>
              </a:solidFill>
            </a:endParaRPr>
          </a:p>
          <a:p>
            <a:r>
              <a:rPr lang="de-DE" sz="2400" dirty="0">
                <a:solidFill>
                  <a:schemeClr val="tx2"/>
                </a:solidFill>
              </a:rPr>
              <a:t>Status &amp; </a:t>
            </a:r>
            <a:r>
              <a:rPr lang="de-DE" sz="2400" dirty="0" err="1">
                <a:solidFill>
                  <a:schemeClr val="tx2"/>
                </a:solidFill>
              </a:rPr>
              <a:t>priority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updates</a:t>
            </a:r>
            <a:endParaRPr lang="de-DE" sz="2400" dirty="0">
              <a:solidFill>
                <a:schemeClr val="tx2"/>
              </a:solidFill>
            </a:endParaRPr>
          </a:p>
          <a:p>
            <a:r>
              <a:rPr lang="de-DE" sz="2400" dirty="0">
                <a:solidFill>
                  <a:schemeClr val="tx2"/>
                </a:solidFill>
              </a:rPr>
              <a:t>Labels / </a:t>
            </a:r>
            <a:r>
              <a:rPr lang="de-DE" sz="2400" dirty="0" err="1">
                <a:solidFill>
                  <a:schemeClr val="tx2"/>
                </a:solidFill>
              </a:rPr>
              <a:t>Epics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for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organization</a:t>
            </a:r>
            <a:endParaRPr lang="de-DE" sz="2400" dirty="0">
              <a:solidFill>
                <a:schemeClr val="tx2"/>
              </a:solidFill>
            </a:endParaRPr>
          </a:p>
          <a:p>
            <a:r>
              <a:rPr lang="de-DE" sz="2400" dirty="0">
                <a:solidFill>
                  <a:schemeClr val="tx2"/>
                </a:solidFill>
              </a:rPr>
              <a:t>Search &amp; </a:t>
            </a:r>
            <a:r>
              <a:rPr lang="de-DE" sz="2400" dirty="0" err="1">
                <a:solidFill>
                  <a:schemeClr val="tx2"/>
                </a:solidFill>
              </a:rPr>
              <a:t>filtering</a:t>
            </a:r>
            <a:endParaRPr lang="de-DE" sz="2400" dirty="0">
              <a:solidFill>
                <a:schemeClr val="tx2"/>
              </a:solidFill>
            </a:endParaRPr>
          </a:p>
          <a:p>
            <a:r>
              <a:rPr lang="de-DE" sz="2400" dirty="0">
                <a:solidFill>
                  <a:schemeClr val="tx2"/>
                </a:solidFill>
              </a:rPr>
              <a:t>Project </a:t>
            </a:r>
            <a:r>
              <a:rPr lang="de-DE" sz="2400" dirty="0" err="1">
                <a:solidFill>
                  <a:schemeClr val="tx2"/>
                </a:solidFill>
              </a:rPr>
              <a:t>dashboard</a:t>
            </a:r>
            <a:r>
              <a:rPr lang="de-DE" sz="2400" dirty="0">
                <a:solidFill>
                  <a:schemeClr val="tx2"/>
                </a:solidFill>
              </a:rPr>
              <a:t> (</a:t>
            </a:r>
            <a:r>
              <a:rPr lang="de-DE" sz="2400" dirty="0" err="1">
                <a:solidFill>
                  <a:schemeClr val="tx2"/>
                </a:solidFill>
              </a:rPr>
              <a:t>backlog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view</a:t>
            </a:r>
            <a:r>
              <a:rPr lang="de-DE" sz="2400" dirty="0">
                <a:solidFill>
                  <a:schemeClr val="tx2"/>
                </a:solidFill>
              </a:rPr>
              <a:t>)</a:t>
            </a:r>
          </a:p>
          <a:p>
            <a:r>
              <a:rPr lang="de-DE" sz="2400" dirty="0">
                <a:solidFill>
                  <a:schemeClr val="tx2"/>
                </a:solidFill>
              </a:rPr>
              <a:t>User </a:t>
            </a:r>
            <a:r>
              <a:rPr lang="de-DE" sz="2400" dirty="0" err="1">
                <a:solidFill>
                  <a:schemeClr val="tx2"/>
                </a:solidFill>
              </a:rPr>
              <a:t>authentication</a:t>
            </a:r>
            <a:r>
              <a:rPr lang="de-DE" sz="2400" dirty="0">
                <a:solidFill>
                  <a:schemeClr val="tx2"/>
                </a:solidFill>
              </a:rPr>
              <a:t> (</a:t>
            </a:r>
            <a:r>
              <a:rPr lang="de-DE" sz="2400" dirty="0" err="1">
                <a:solidFill>
                  <a:schemeClr val="tx2"/>
                </a:solidFill>
              </a:rPr>
              <a:t>login</a:t>
            </a:r>
            <a:r>
              <a:rPr lang="de-DE" sz="2400" dirty="0">
                <a:solidFill>
                  <a:schemeClr val="tx2"/>
                </a:solidFill>
              </a:rPr>
              <a:t> &amp; </a:t>
            </a:r>
            <a:r>
              <a:rPr lang="de-DE" sz="2400" dirty="0" err="1">
                <a:solidFill>
                  <a:schemeClr val="tx2"/>
                </a:solidFill>
              </a:rPr>
              <a:t>signup</a:t>
            </a:r>
            <a:r>
              <a:rPr lang="de-DE" sz="2400" dirty="0">
                <a:solidFill>
                  <a:schemeClr val="tx2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75878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6039A4-EA5E-F08B-4A43-2AD0DDF82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Task Management Features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3311710A-81D2-16AE-B249-BE2BE1C15C1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589085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02506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F3C267-F49D-8353-968D-9397E1954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Search &amp; </a:t>
            </a:r>
            <a:r>
              <a:rPr lang="de-DE" dirty="0" err="1"/>
              <a:t>Filtering</a:t>
            </a:r>
            <a:endParaRPr lang="de-DE" dirty="0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1682D407-6284-575F-0EC2-6BA7729D11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00900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41000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26E08ED-2717-1AE1-AFA9-35219DE27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chemeClr val="tx2"/>
                </a:solidFill>
              </a:rPr>
              <a:t>Project Dashboard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6566969-F813-4CC5-B3E9-363D85B55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881264" y="-5116"/>
            <a:ext cx="3318648" cy="2490264"/>
            <a:chOff x="-305" y="-1"/>
            <a:chExt cx="3832880" cy="287613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F8CF66C-45E2-456B-92B0-9E97A331D1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65D590E-D70D-4D25-B853-D5208F2AA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231501E-3F84-4705-A001-13995FA68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52617E4-47FD-4C38-8F70-93BF9B12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17D733-97B6-4C43-AF0C-5E3CB0EA1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07887"/>
            <a:ext cx="2605762" cy="2252847"/>
            <a:chOff x="-305" y="-4155"/>
            <a:chExt cx="2514948" cy="2174333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D288266-7E76-4D4A-BAAC-E233FA013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697F88A-8624-4BA2-AF06-E6C3A52F0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CA77163-C052-481C-9DCF-68C23ACAB3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2B425B5-0A0E-4B85-B718-E5DA73431A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230241A0-5202-6901-BF67-6DCE5DD94F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8374727"/>
              </p:ext>
            </p:extLst>
          </p:nvPr>
        </p:nvGraphicFramePr>
        <p:xfrm>
          <a:off x="1036320" y="2560320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25229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B25CE8A-EDB8-BFDD-3AE6-DD985D6E2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de-DE" sz="5400"/>
              <a:t>Authentication</a:t>
            </a:r>
          </a:p>
        </p:txBody>
      </p:sp>
      <p:sp>
        <p:nvSpPr>
          <p:cNvPr id="18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23B2BA-1D44-F727-6516-AFD6D772A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de-DE" sz="2200"/>
              <a:t>Secure login &amp; signup</a:t>
            </a:r>
          </a:p>
          <a:p>
            <a:r>
              <a:rPr lang="de-DE" sz="2200"/>
              <a:t>User session management</a:t>
            </a:r>
          </a:p>
          <a:p>
            <a:r>
              <a:rPr lang="de-DE" sz="2200"/>
              <a:t>Role-based access control</a:t>
            </a:r>
          </a:p>
          <a:p>
            <a:r>
              <a:rPr lang="de-DE" sz="2200"/>
              <a:t>Protects project data</a:t>
            </a:r>
          </a:p>
        </p:txBody>
      </p:sp>
      <p:pic>
        <p:nvPicPr>
          <p:cNvPr id="5" name="Picture 4" descr="Digitale Vorhängeschloss-Kunst">
            <a:extLst>
              <a:ext uri="{FF2B5EF4-FFF2-40B4-BE49-F238E27FC236}">
                <a16:creationId xmlns:a16="http://schemas.microsoft.com/office/drawing/2014/main" id="{943FE3E4-CEAC-11DB-D758-827D1FFB86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6276" b="-2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16045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7BF42CA-AD55-48B4-8949-C4DCA60A6A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AE1D3D-3106-4CB2-AA7C-0C1642AC0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31B6AF-B711-4CDB-8C2B-16E963DDC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8137" y="0"/>
            <a:ext cx="5646974" cy="6483075"/>
            <a:chOff x="-19221" y="0"/>
            <a:chExt cx="5646974" cy="6483075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A818331-E13C-49C6-B98D-A60AD0E8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16610"/>
              <a:ext cx="5535001" cy="6250127"/>
            </a:xfrm>
            <a:custGeom>
              <a:avLst/>
              <a:gdLst>
                <a:gd name="connsiteX0" fmla="*/ 2510242 w 5535001"/>
                <a:gd name="connsiteY0" fmla="*/ 174 h 6250127"/>
                <a:gd name="connsiteX1" fmla="*/ 2550551 w 5535001"/>
                <a:gd name="connsiteY1" fmla="*/ 510 h 6250127"/>
                <a:gd name="connsiteX2" fmla="*/ 2629490 w 5535001"/>
                <a:gd name="connsiteY2" fmla="*/ 3757 h 6250127"/>
                <a:gd name="connsiteX3" fmla="*/ 2708317 w 5535001"/>
                <a:gd name="connsiteY3" fmla="*/ 7229 h 6250127"/>
                <a:gd name="connsiteX4" fmla="*/ 2787256 w 5535001"/>
                <a:gd name="connsiteY4" fmla="*/ 14619 h 6250127"/>
                <a:gd name="connsiteX5" fmla="*/ 3408467 w 5535001"/>
                <a:gd name="connsiteY5" fmla="*/ 145064 h 6250127"/>
                <a:gd name="connsiteX6" fmla="*/ 3557723 w 5535001"/>
                <a:gd name="connsiteY6" fmla="*/ 199593 h 6250127"/>
                <a:gd name="connsiteX7" fmla="*/ 3594337 w 5535001"/>
                <a:gd name="connsiteY7" fmla="*/ 214597 h 6250127"/>
                <a:gd name="connsiteX8" fmla="*/ 3630616 w 5535001"/>
                <a:gd name="connsiteY8" fmla="*/ 230385 h 6250127"/>
                <a:gd name="connsiteX9" fmla="*/ 3703172 w 5535001"/>
                <a:gd name="connsiteY9" fmla="*/ 262073 h 6250127"/>
                <a:gd name="connsiteX10" fmla="*/ 3739003 w 5535001"/>
                <a:gd name="connsiteY10" fmla="*/ 278756 h 6250127"/>
                <a:gd name="connsiteX11" fmla="*/ 3756806 w 5535001"/>
                <a:gd name="connsiteY11" fmla="*/ 287266 h 6250127"/>
                <a:gd name="connsiteX12" fmla="*/ 3773714 w 5535001"/>
                <a:gd name="connsiteY12" fmla="*/ 297567 h 6250127"/>
                <a:gd name="connsiteX13" fmla="*/ 3840784 w 5535001"/>
                <a:gd name="connsiteY13" fmla="*/ 339332 h 6250127"/>
                <a:gd name="connsiteX14" fmla="*/ 3873927 w 5535001"/>
                <a:gd name="connsiteY14" fmla="*/ 360495 h 6250127"/>
                <a:gd name="connsiteX15" fmla="*/ 3906062 w 5535001"/>
                <a:gd name="connsiteY15" fmla="*/ 383001 h 6250127"/>
                <a:gd name="connsiteX16" fmla="*/ 3969662 w 5535001"/>
                <a:gd name="connsiteY16" fmla="*/ 428572 h 6250127"/>
                <a:gd name="connsiteX17" fmla="*/ 4423029 w 5535001"/>
                <a:gd name="connsiteY17" fmla="*/ 837600 h 6250127"/>
                <a:gd name="connsiteX18" fmla="*/ 4474647 w 5535001"/>
                <a:gd name="connsiteY18" fmla="*/ 891569 h 6250127"/>
                <a:gd name="connsiteX19" fmla="*/ 4524250 w 5535001"/>
                <a:gd name="connsiteY19" fmla="*/ 946883 h 6250127"/>
                <a:gd name="connsiteX20" fmla="*/ 4573965 w 5535001"/>
                <a:gd name="connsiteY20" fmla="*/ 1001748 h 6250127"/>
                <a:gd name="connsiteX21" fmla="*/ 4622224 w 5535001"/>
                <a:gd name="connsiteY21" fmla="*/ 1057509 h 6250127"/>
                <a:gd name="connsiteX22" fmla="*/ 4717510 w 5535001"/>
                <a:gd name="connsiteY22" fmla="*/ 1169143 h 6250127"/>
                <a:gd name="connsiteX23" fmla="*/ 4764986 w 5535001"/>
                <a:gd name="connsiteY23" fmla="*/ 1224681 h 6250127"/>
                <a:gd name="connsiteX24" fmla="*/ 4813021 w 5535001"/>
                <a:gd name="connsiteY24" fmla="*/ 1279994 h 6250127"/>
                <a:gd name="connsiteX25" fmla="*/ 5001915 w 5535001"/>
                <a:gd name="connsiteY25" fmla="*/ 1506846 h 6250127"/>
                <a:gd name="connsiteX26" fmla="*/ 5170542 w 5535001"/>
                <a:gd name="connsiteY26" fmla="*/ 1751165 h 6250127"/>
                <a:gd name="connsiteX27" fmla="*/ 5428969 w 5535001"/>
                <a:gd name="connsiteY27" fmla="*/ 2293660 h 6250127"/>
                <a:gd name="connsiteX28" fmla="*/ 5534893 w 5535001"/>
                <a:gd name="connsiteY28" fmla="*/ 2899307 h 6250127"/>
                <a:gd name="connsiteX29" fmla="*/ 5508804 w 5535001"/>
                <a:gd name="connsiteY29" fmla="*/ 3211144 h 6250127"/>
                <a:gd name="connsiteX30" fmla="*/ 5426282 w 5535001"/>
                <a:gd name="connsiteY30" fmla="*/ 3513352 h 6250127"/>
                <a:gd name="connsiteX31" fmla="*/ 5248250 w 5535001"/>
                <a:gd name="connsiteY31" fmla="*/ 4030542 h 6250127"/>
                <a:gd name="connsiteX32" fmla="*/ 5208612 w 5535001"/>
                <a:gd name="connsiteY32" fmla="*/ 4161771 h 6250127"/>
                <a:gd name="connsiteX33" fmla="*/ 5170318 w 5535001"/>
                <a:gd name="connsiteY33" fmla="*/ 4294680 h 6250127"/>
                <a:gd name="connsiteX34" fmla="*/ 5132248 w 5535001"/>
                <a:gd name="connsiteY34" fmla="*/ 4430164 h 6250127"/>
                <a:gd name="connsiteX35" fmla="*/ 5112765 w 5535001"/>
                <a:gd name="connsiteY35" fmla="*/ 4498914 h 6250127"/>
                <a:gd name="connsiteX36" fmla="*/ 5091715 w 5535001"/>
                <a:gd name="connsiteY36" fmla="*/ 4569119 h 6250127"/>
                <a:gd name="connsiteX37" fmla="*/ 5068985 w 5535001"/>
                <a:gd name="connsiteY37" fmla="*/ 4640220 h 6250127"/>
                <a:gd name="connsiteX38" fmla="*/ 5043904 w 5535001"/>
                <a:gd name="connsiteY38" fmla="*/ 4712105 h 6250127"/>
                <a:gd name="connsiteX39" fmla="*/ 5015799 w 5535001"/>
                <a:gd name="connsiteY39" fmla="*/ 4784438 h 6250127"/>
                <a:gd name="connsiteX40" fmla="*/ 4982880 w 5535001"/>
                <a:gd name="connsiteY40" fmla="*/ 4856435 h 6250127"/>
                <a:gd name="connsiteX41" fmla="*/ 4817276 w 5535001"/>
                <a:gd name="connsiteY41" fmla="*/ 5125275 h 6250127"/>
                <a:gd name="connsiteX42" fmla="*/ 4618753 w 5535001"/>
                <a:gd name="connsiteY42" fmla="*/ 5355374 h 6250127"/>
                <a:gd name="connsiteX43" fmla="*/ 4566575 w 5535001"/>
                <a:gd name="connsiteY43" fmla="*/ 5408560 h 6250127"/>
                <a:gd name="connsiteX44" fmla="*/ 4513837 w 5535001"/>
                <a:gd name="connsiteY44" fmla="*/ 5461186 h 6250127"/>
                <a:gd name="connsiteX45" fmla="*/ 4459531 w 5535001"/>
                <a:gd name="connsiteY45" fmla="*/ 5512580 h 6250127"/>
                <a:gd name="connsiteX46" fmla="*/ 4404554 w 5535001"/>
                <a:gd name="connsiteY46" fmla="*/ 5563526 h 6250127"/>
                <a:gd name="connsiteX47" fmla="*/ 4348009 w 5535001"/>
                <a:gd name="connsiteY47" fmla="*/ 5613017 h 6250127"/>
                <a:gd name="connsiteX48" fmla="*/ 4290568 w 5535001"/>
                <a:gd name="connsiteY48" fmla="*/ 5661948 h 6250127"/>
                <a:gd name="connsiteX49" fmla="*/ 4276124 w 5535001"/>
                <a:gd name="connsiteY49" fmla="*/ 5674153 h 6250127"/>
                <a:gd name="connsiteX50" fmla="*/ 4261120 w 5535001"/>
                <a:gd name="connsiteY50" fmla="*/ 5685798 h 6250127"/>
                <a:gd name="connsiteX51" fmla="*/ 4231112 w 5535001"/>
                <a:gd name="connsiteY51" fmla="*/ 5708976 h 6250127"/>
                <a:gd name="connsiteX52" fmla="*/ 4170984 w 5535001"/>
                <a:gd name="connsiteY52" fmla="*/ 5755443 h 6250127"/>
                <a:gd name="connsiteX53" fmla="*/ 4046025 w 5535001"/>
                <a:gd name="connsiteY53" fmla="*/ 5843228 h 6250127"/>
                <a:gd name="connsiteX54" fmla="*/ 3915356 w 5535001"/>
                <a:gd name="connsiteY54" fmla="*/ 5923735 h 6250127"/>
                <a:gd name="connsiteX55" fmla="*/ 3346323 w 5535001"/>
                <a:gd name="connsiteY55" fmla="*/ 6158872 h 6250127"/>
                <a:gd name="connsiteX56" fmla="*/ 2743476 w 5535001"/>
                <a:gd name="connsiteY56" fmla="*/ 6247328 h 6250127"/>
                <a:gd name="connsiteX57" fmla="*/ 2668120 w 5535001"/>
                <a:gd name="connsiteY57" fmla="*/ 6249344 h 6250127"/>
                <a:gd name="connsiteX58" fmla="*/ 2630498 w 5535001"/>
                <a:gd name="connsiteY58" fmla="*/ 6250127 h 6250127"/>
                <a:gd name="connsiteX59" fmla="*/ 2592988 w 5535001"/>
                <a:gd name="connsiteY59" fmla="*/ 6249568 h 6250127"/>
                <a:gd name="connsiteX60" fmla="*/ 2518080 w 5535001"/>
                <a:gd name="connsiteY60" fmla="*/ 6247777 h 6250127"/>
                <a:gd name="connsiteX61" fmla="*/ 2442948 w 5535001"/>
                <a:gd name="connsiteY61" fmla="*/ 6244529 h 6250127"/>
                <a:gd name="connsiteX62" fmla="*/ 2291676 w 5535001"/>
                <a:gd name="connsiteY62" fmla="*/ 6232213 h 6250127"/>
                <a:gd name="connsiteX63" fmla="*/ 2141412 w 5535001"/>
                <a:gd name="connsiteY63" fmla="*/ 6212394 h 6250127"/>
                <a:gd name="connsiteX64" fmla="*/ 1992715 w 5535001"/>
                <a:gd name="connsiteY64" fmla="*/ 6184961 h 6250127"/>
                <a:gd name="connsiteX65" fmla="*/ 1845811 w 5535001"/>
                <a:gd name="connsiteY65" fmla="*/ 6151034 h 6250127"/>
                <a:gd name="connsiteX66" fmla="*/ 1701033 w 5535001"/>
                <a:gd name="connsiteY66" fmla="*/ 6110724 h 6250127"/>
                <a:gd name="connsiteX67" fmla="*/ 1629484 w 5535001"/>
                <a:gd name="connsiteY67" fmla="*/ 6088219 h 6250127"/>
                <a:gd name="connsiteX68" fmla="*/ 1558383 w 5535001"/>
                <a:gd name="connsiteY68" fmla="*/ 6064929 h 6250127"/>
                <a:gd name="connsiteX69" fmla="*/ 1011968 w 5535001"/>
                <a:gd name="connsiteY69" fmla="*/ 5828896 h 6250127"/>
                <a:gd name="connsiteX70" fmla="*/ 511237 w 5535001"/>
                <a:gd name="connsiteY70" fmla="*/ 5512356 h 6250127"/>
                <a:gd name="connsiteX71" fmla="*/ 395572 w 5535001"/>
                <a:gd name="connsiteY71" fmla="*/ 5419757 h 6250127"/>
                <a:gd name="connsiteX72" fmla="*/ 284722 w 5535001"/>
                <a:gd name="connsiteY72" fmla="*/ 5321559 h 6250127"/>
                <a:gd name="connsiteX73" fmla="*/ 257513 w 5535001"/>
                <a:gd name="connsiteY73" fmla="*/ 5296477 h 6250127"/>
                <a:gd name="connsiteX74" fmla="*/ 243853 w 5535001"/>
                <a:gd name="connsiteY74" fmla="*/ 5283937 h 6250127"/>
                <a:gd name="connsiteX75" fmla="*/ 230752 w 5535001"/>
                <a:gd name="connsiteY75" fmla="*/ 5270836 h 6250127"/>
                <a:gd name="connsiteX76" fmla="*/ 178574 w 5535001"/>
                <a:gd name="connsiteY76" fmla="*/ 5218322 h 6250127"/>
                <a:gd name="connsiteX77" fmla="*/ 126508 w 5535001"/>
                <a:gd name="connsiteY77" fmla="*/ 5165584 h 6250127"/>
                <a:gd name="connsiteX78" fmla="*/ 76345 w 5535001"/>
                <a:gd name="connsiteY78" fmla="*/ 5111167 h 6250127"/>
                <a:gd name="connsiteX79" fmla="*/ 26407 w 5535001"/>
                <a:gd name="connsiteY79" fmla="*/ 5056413 h 6250127"/>
                <a:gd name="connsiteX80" fmla="*/ 0 w 5535001"/>
                <a:gd name="connsiteY80" fmla="*/ 5024776 h 6250127"/>
                <a:gd name="connsiteX81" fmla="*/ 0 w 5535001"/>
                <a:gd name="connsiteY81" fmla="*/ 4492798 h 6250127"/>
                <a:gd name="connsiteX82" fmla="*/ 28534 w 5535001"/>
                <a:gd name="connsiteY82" fmla="*/ 4537879 h 6250127"/>
                <a:gd name="connsiteX83" fmla="*/ 66604 w 5535001"/>
                <a:gd name="connsiteY83" fmla="*/ 4592745 h 6250127"/>
                <a:gd name="connsiteX84" fmla="*/ 104114 w 5535001"/>
                <a:gd name="connsiteY84" fmla="*/ 4647834 h 6250127"/>
                <a:gd name="connsiteX85" fmla="*/ 143751 w 5535001"/>
                <a:gd name="connsiteY85" fmla="*/ 4701580 h 6250127"/>
                <a:gd name="connsiteX86" fmla="*/ 182717 w 5535001"/>
                <a:gd name="connsiteY86" fmla="*/ 4755773 h 6250127"/>
                <a:gd name="connsiteX87" fmla="*/ 223810 w 5535001"/>
                <a:gd name="connsiteY87" fmla="*/ 4808399 h 6250127"/>
                <a:gd name="connsiteX88" fmla="*/ 264679 w 5535001"/>
                <a:gd name="connsiteY88" fmla="*/ 4861249 h 6250127"/>
                <a:gd name="connsiteX89" fmla="*/ 307788 w 5535001"/>
                <a:gd name="connsiteY89" fmla="*/ 4912420 h 6250127"/>
                <a:gd name="connsiteX90" fmla="*/ 351232 w 5535001"/>
                <a:gd name="connsiteY90" fmla="*/ 4963254 h 6250127"/>
                <a:gd name="connsiteX91" fmla="*/ 397028 w 5535001"/>
                <a:gd name="connsiteY91" fmla="*/ 5012185 h 6250127"/>
                <a:gd name="connsiteX92" fmla="*/ 443496 w 5535001"/>
                <a:gd name="connsiteY92" fmla="*/ 5060444 h 6250127"/>
                <a:gd name="connsiteX93" fmla="*/ 455140 w 5535001"/>
                <a:gd name="connsiteY93" fmla="*/ 5072537 h 6250127"/>
                <a:gd name="connsiteX94" fmla="*/ 467345 w 5535001"/>
                <a:gd name="connsiteY94" fmla="*/ 5083958 h 6250127"/>
                <a:gd name="connsiteX95" fmla="*/ 491755 w 5535001"/>
                <a:gd name="connsiteY95" fmla="*/ 5106912 h 6250127"/>
                <a:gd name="connsiteX96" fmla="*/ 540686 w 5535001"/>
                <a:gd name="connsiteY96" fmla="*/ 5152819 h 6250127"/>
                <a:gd name="connsiteX97" fmla="*/ 552890 w 5535001"/>
                <a:gd name="connsiteY97" fmla="*/ 5164353 h 6250127"/>
                <a:gd name="connsiteX98" fmla="*/ 565655 w 5535001"/>
                <a:gd name="connsiteY98" fmla="*/ 5175214 h 6250127"/>
                <a:gd name="connsiteX99" fmla="*/ 591072 w 5535001"/>
                <a:gd name="connsiteY99" fmla="*/ 5197048 h 6250127"/>
                <a:gd name="connsiteX100" fmla="*/ 694197 w 5535001"/>
                <a:gd name="connsiteY100" fmla="*/ 5283041 h 6250127"/>
                <a:gd name="connsiteX101" fmla="*/ 1146221 w 5535001"/>
                <a:gd name="connsiteY101" fmla="*/ 5573716 h 6250127"/>
                <a:gd name="connsiteX102" fmla="*/ 1650982 w 5535001"/>
                <a:gd name="connsiteY102" fmla="*/ 5758130 h 6250127"/>
                <a:gd name="connsiteX103" fmla="*/ 1716485 w 5535001"/>
                <a:gd name="connsiteY103" fmla="*/ 5772798 h 6250127"/>
                <a:gd name="connsiteX104" fmla="*/ 1782211 w 5535001"/>
                <a:gd name="connsiteY104" fmla="*/ 5786235 h 6250127"/>
                <a:gd name="connsiteX105" fmla="*/ 1848386 w 5535001"/>
                <a:gd name="connsiteY105" fmla="*/ 5796984 h 6250127"/>
                <a:gd name="connsiteX106" fmla="*/ 1881417 w 5535001"/>
                <a:gd name="connsiteY106" fmla="*/ 5802359 h 6250127"/>
                <a:gd name="connsiteX107" fmla="*/ 1914560 w 5535001"/>
                <a:gd name="connsiteY107" fmla="*/ 5807061 h 6250127"/>
                <a:gd name="connsiteX108" fmla="*/ 2047469 w 5535001"/>
                <a:gd name="connsiteY108" fmla="*/ 5821282 h 6250127"/>
                <a:gd name="connsiteX109" fmla="*/ 2180601 w 5535001"/>
                <a:gd name="connsiteY109" fmla="*/ 5828896 h 6250127"/>
                <a:gd name="connsiteX110" fmla="*/ 2313622 w 5535001"/>
                <a:gd name="connsiteY110" fmla="*/ 5830463 h 6250127"/>
                <a:gd name="connsiteX111" fmla="*/ 2380021 w 5535001"/>
                <a:gd name="connsiteY111" fmla="*/ 5828448 h 6250127"/>
                <a:gd name="connsiteX112" fmla="*/ 2446195 w 5535001"/>
                <a:gd name="connsiteY112" fmla="*/ 5826433 h 6250127"/>
                <a:gd name="connsiteX113" fmla="*/ 2513041 w 5535001"/>
                <a:gd name="connsiteY113" fmla="*/ 5822737 h 6250127"/>
                <a:gd name="connsiteX114" fmla="*/ 2580111 w 5535001"/>
                <a:gd name="connsiteY114" fmla="*/ 5818258 h 6250127"/>
                <a:gd name="connsiteX115" fmla="*/ 2613590 w 5535001"/>
                <a:gd name="connsiteY115" fmla="*/ 5816355 h 6250127"/>
                <a:gd name="connsiteX116" fmla="*/ 2646845 w 5535001"/>
                <a:gd name="connsiteY116" fmla="*/ 5813108 h 6250127"/>
                <a:gd name="connsiteX117" fmla="*/ 2713244 w 5535001"/>
                <a:gd name="connsiteY117" fmla="*/ 5806838 h 6250127"/>
                <a:gd name="connsiteX118" fmla="*/ 3230882 w 5535001"/>
                <a:gd name="connsiteY118" fmla="*/ 5721292 h 6250127"/>
                <a:gd name="connsiteX119" fmla="*/ 3720416 w 5535001"/>
                <a:gd name="connsiteY119" fmla="*/ 5556472 h 6250127"/>
                <a:gd name="connsiteX120" fmla="*/ 3837425 w 5535001"/>
                <a:gd name="connsiteY120" fmla="*/ 5499927 h 6250127"/>
                <a:gd name="connsiteX121" fmla="*/ 3951634 w 5535001"/>
                <a:gd name="connsiteY121" fmla="*/ 5436552 h 6250127"/>
                <a:gd name="connsiteX122" fmla="*/ 4007284 w 5535001"/>
                <a:gd name="connsiteY122" fmla="*/ 5401841 h 6250127"/>
                <a:gd name="connsiteX123" fmla="*/ 4035164 w 5535001"/>
                <a:gd name="connsiteY123" fmla="*/ 5384374 h 6250127"/>
                <a:gd name="connsiteX124" fmla="*/ 4049049 w 5535001"/>
                <a:gd name="connsiteY124" fmla="*/ 5375640 h 6250127"/>
                <a:gd name="connsiteX125" fmla="*/ 4062485 w 5535001"/>
                <a:gd name="connsiteY125" fmla="*/ 5366123 h 6250127"/>
                <a:gd name="connsiteX126" fmla="*/ 4116567 w 5535001"/>
                <a:gd name="connsiteY126" fmla="*/ 5328277 h 6250127"/>
                <a:gd name="connsiteX127" fmla="*/ 4169976 w 5535001"/>
                <a:gd name="connsiteY127" fmla="*/ 5289199 h 6250127"/>
                <a:gd name="connsiteX128" fmla="*/ 4222042 w 5535001"/>
                <a:gd name="connsiteY128" fmla="*/ 5247994 h 6250127"/>
                <a:gd name="connsiteX129" fmla="*/ 4273213 w 5535001"/>
                <a:gd name="connsiteY129" fmla="*/ 5205558 h 6250127"/>
                <a:gd name="connsiteX130" fmla="*/ 4323151 w 5535001"/>
                <a:gd name="connsiteY130" fmla="*/ 5161329 h 6250127"/>
                <a:gd name="connsiteX131" fmla="*/ 4371971 w 5535001"/>
                <a:gd name="connsiteY131" fmla="*/ 5116093 h 6250127"/>
                <a:gd name="connsiteX132" fmla="*/ 4546868 w 5535001"/>
                <a:gd name="connsiteY132" fmla="*/ 4924400 h 6250127"/>
                <a:gd name="connsiteX133" fmla="*/ 4675634 w 5535001"/>
                <a:gd name="connsiteY133" fmla="*/ 4715352 h 6250127"/>
                <a:gd name="connsiteX134" fmla="*/ 4700155 w 5535001"/>
                <a:gd name="connsiteY134" fmla="*/ 4659255 h 6250127"/>
                <a:gd name="connsiteX135" fmla="*/ 4721206 w 5535001"/>
                <a:gd name="connsiteY135" fmla="*/ 4600135 h 6250127"/>
                <a:gd name="connsiteX136" fmla="*/ 4740465 w 5535001"/>
                <a:gd name="connsiteY136" fmla="*/ 4538887 h 6250127"/>
                <a:gd name="connsiteX137" fmla="*/ 4758492 w 5535001"/>
                <a:gd name="connsiteY137" fmla="*/ 4475848 h 6250127"/>
                <a:gd name="connsiteX138" fmla="*/ 4891288 w 5535001"/>
                <a:gd name="connsiteY138" fmla="*/ 3930329 h 6250127"/>
                <a:gd name="connsiteX139" fmla="*/ 5066298 w 5535001"/>
                <a:gd name="connsiteY139" fmla="*/ 3382235 h 6250127"/>
                <a:gd name="connsiteX140" fmla="*/ 5156994 w 5535001"/>
                <a:gd name="connsiteY140" fmla="*/ 2898635 h 6250127"/>
                <a:gd name="connsiteX141" fmla="*/ 5083317 w 5535001"/>
                <a:gd name="connsiteY141" fmla="*/ 2402047 h 6250127"/>
                <a:gd name="connsiteX142" fmla="*/ 4871022 w 5535001"/>
                <a:gd name="connsiteY142" fmla="*/ 1926958 h 6250127"/>
                <a:gd name="connsiteX143" fmla="*/ 4727028 w 5535001"/>
                <a:gd name="connsiteY143" fmla="*/ 1703577 h 6250127"/>
                <a:gd name="connsiteX144" fmla="*/ 4563776 w 5535001"/>
                <a:gd name="connsiteY144" fmla="*/ 1490834 h 6250127"/>
                <a:gd name="connsiteX145" fmla="*/ 4370291 w 5535001"/>
                <a:gd name="connsiteY145" fmla="*/ 1300596 h 6250127"/>
                <a:gd name="connsiteX146" fmla="*/ 4266046 w 5535001"/>
                <a:gd name="connsiteY146" fmla="*/ 1214491 h 6250127"/>
                <a:gd name="connsiteX147" fmla="*/ 4212973 w 5535001"/>
                <a:gd name="connsiteY147" fmla="*/ 1173062 h 6250127"/>
                <a:gd name="connsiteX148" fmla="*/ 4157995 w 5535001"/>
                <a:gd name="connsiteY148" fmla="*/ 1134545 h 6250127"/>
                <a:gd name="connsiteX149" fmla="*/ 3697126 w 5535001"/>
                <a:gd name="connsiteY149" fmla="*/ 881044 h 6250127"/>
                <a:gd name="connsiteX150" fmla="*/ 3637670 w 5535001"/>
                <a:gd name="connsiteY150" fmla="*/ 856747 h 6250127"/>
                <a:gd name="connsiteX151" fmla="*/ 3608222 w 5535001"/>
                <a:gd name="connsiteY151" fmla="*/ 844318 h 6250127"/>
                <a:gd name="connsiteX152" fmla="*/ 3578214 w 5535001"/>
                <a:gd name="connsiteY152" fmla="*/ 833457 h 6250127"/>
                <a:gd name="connsiteX153" fmla="*/ 3518309 w 5535001"/>
                <a:gd name="connsiteY153" fmla="*/ 812294 h 6250127"/>
                <a:gd name="connsiteX154" fmla="*/ 3503417 w 5535001"/>
                <a:gd name="connsiteY154" fmla="*/ 806920 h 6250127"/>
                <a:gd name="connsiteX155" fmla="*/ 3489533 w 5535001"/>
                <a:gd name="connsiteY155" fmla="*/ 799642 h 6250127"/>
                <a:gd name="connsiteX156" fmla="*/ 3460869 w 5535001"/>
                <a:gd name="connsiteY156" fmla="*/ 787101 h 6250127"/>
                <a:gd name="connsiteX157" fmla="*/ 3402980 w 5535001"/>
                <a:gd name="connsiteY157" fmla="*/ 763475 h 6250127"/>
                <a:gd name="connsiteX158" fmla="*/ 3374092 w 5535001"/>
                <a:gd name="connsiteY158" fmla="*/ 751606 h 6250127"/>
                <a:gd name="connsiteX159" fmla="*/ 3344980 w 5535001"/>
                <a:gd name="connsiteY159" fmla="*/ 740409 h 6250127"/>
                <a:gd name="connsiteX160" fmla="*/ 3226627 w 5535001"/>
                <a:gd name="connsiteY160" fmla="*/ 700772 h 6250127"/>
                <a:gd name="connsiteX161" fmla="*/ 2735750 w 5535001"/>
                <a:gd name="connsiteY161" fmla="*/ 614667 h 6250127"/>
                <a:gd name="connsiteX162" fmla="*/ 2673158 w 5535001"/>
                <a:gd name="connsiteY162" fmla="*/ 610412 h 6250127"/>
                <a:gd name="connsiteX163" fmla="*/ 2610119 w 5535001"/>
                <a:gd name="connsiteY163" fmla="*/ 609628 h 6250127"/>
                <a:gd name="connsiteX164" fmla="*/ 2547080 w 5535001"/>
                <a:gd name="connsiteY164" fmla="*/ 608620 h 6250127"/>
                <a:gd name="connsiteX165" fmla="*/ 2516400 w 5535001"/>
                <a:gd name="connsiteY165" fmla="*/ 608844 h 6250127"/>
                <a:gd name="connsiteX166" fmla="*/ 2486280 w 5535001"/>
                <a:gd name="connsiteY166" fmla="*/ 609740 h 6250127"/>
                <a:gd name="connsiteX167" fmla="*/ 2426376 w 5535001"/>
                <a:gd name="connsiteY167" fmla="*/ 613099 h 6250127"/>
                <a:gd name="connsiteX168" fmla="*/ 2366920 w 5535001"/>
                <a:gd name="connsiteY168" fmla="*/ 618474 h 6250127"/>
                <a:gd name="connsiteX169" fmla="*/ 2337248 w 5535001"/>
                <a:gd name="connsiteY169" fmla="*/ 621497 h 6250127"/>
                <a:gd name="connsiteX170" fmla="*/ 2307800 w 5535001"/>
                <a:gd name="connsiteY170" fmla="*/ 625528 h 6250127"/>
                <a:gd name="connsiteX171" fmla="*/ 2278351 w 5535001"/>
                <a:gd name="connsiteY171" fmla="*/ 629559 h 6250127"/>
                <a:gd name="connsiteX172" fmla="*/ 2249127 w 5535001"/>
                <a:gd name="connsiteY172" fmla="*/ 634710 h 6250127"/>
                <a:gd name="connsiteX173" fmla="*/ 1796096 w 5535001"/>
                <a:gd name="connsiteY173" fmla="*/ 781726 h 6250127"/>
                <a:gd name="connsiteX174" fmla="*/ 1370833 w 5535001"/>
                <a:gd name="connsiteY174" fmla="*/ 1048663 h 6250127"/>
                <a:gd name="connsiteX175" fmla="*/ 959790 w 5535001"/>
                <a:gd name="connsiteY175" fmla="*/ 1390844 h 6250127"/>
                <a:gd name="connsiteX176" fmla="*/ 749062 w 5535001"/>
                <a:gd name="connsiteY176" fmla="*/ 1577611 h 6250127"/>
                <a:gd name="connsiteX177" fmla="*/ 524786 w 5535001"/>
                <a:gd name="connsiteY177" fmla="*/ 1763145 h 6250127"/>
                <a:gd name="connsiteX178" fmla="*/ 84071 w 5535001"/>
                <a:gd name="connsiteY178" fmla="*/ 2098496 h 6250127"/>
                <a:gd name="connsiteX179" fmla="*/ 0 w 5535001"/>
                <a:gd name="connsiteY179" fmla="*/ 2168094 h 6250127"/>
                <a:gd name="connsiteX180" fmla="*/ 0 w 5535001"/>
                <a:gd name="connsiteY180" fmla="*/ 1576676 h 6250127"/>
                <a:gd name="connsiteX181" fmla="*/ 174655 w 5535001"/>
                <a:gd name="connsiteY181" fmla="*/ 1387597 h 6250127"/>
                <a:gd name="connsiteX182" fmla="*/ 363661 w 5535001"/>
                <a:gd name="connsiteY182" fmla="*/ 1188626 h 6250127"/>
                <a:gd name="connsiteX183" fmla="*/ 458052 w 5535001"/>
                <a:gd name="connsiteY183" fmla="*/ 1086397 h 6250127"/>
                <a:gd name="connsiteX184" fmla="*/ 557257 w 5535001"/>
                <a:gd name="connsiteY184" fmla="*/ 981593 h 6250127"/>
                <a:gd name="connsiteX185" fmla="*/ 994165 w 5535001"/>
                <a:gd name="connsiteY185" fmla="*/ 578389 h 6250127"/>
                <a:gd name="connsiteX186" fmla="*/ 1520873 w 5535001"/>
                <a:gd name="connsiteY186" fmla="*/ 237215 h 6250127"/>
                <a:gd name="connsiteX187" fmla="*/ 2141748 w 5535001"/>
                <a:gd name="connsiteY187" fmla="*/ 31190 h 6250127"/>
                <a:gd name="connsiteX188" fmla="*/ 2182505 w 5535001"/>
                <a:gd name="connsiteY188" fmla="*/ 24360 h 6250127"/>
                <a:gd name="connsiteX189" fmla="*/ 2223374 w 5535001"/>
                <a:gd name="connsiteY189" fmla="*/ 18873 h 6250127"/>
                <a:gd name="connsiteX190" fmla="*/ 2264355 w 5535001"/>
                <a:gd name="connsiteY190" fmla="*/ 13611 h 6250127"/>
                <a:gd name="connsiteX191" fmla="*/ 2305336 w 5535001"/>
                <a:gd name="connsiteY191" fmla="*/ 9580 h 6250127"/>
                <a:gd name="connsiteX192" fmla="*/ 2387410 w 5535001"/>
                <a:gd name="connsiteY192" fmla="*/ 3645 h 6250127"/>
                <a:gd name="connsiteX193" fmla="*/ 2469373 w 5535001"/>
                <a:gd name="connsiteY193" fmla="*/ 622 h 6250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5535001" h="6250127">
                  <a:moveTo>
                    <a:pt x="2510242" y="174"/>
                  </a:moveTo>
                  <a:cubicBezTo>
                    <a:pt x="2523902" y="-50"/>
                    <a:pt x="2537562" y="-162"/>
                    <a:pt x="2550551" y="510"/>
                  </a:cubicBezTo>
                  <a:lnTo>
                    <a:pt x="2629490" y="3757"/>
                  </a:lnTo>
                  <a:lnTo>
                    <a:pt x="2708317" y="7229"/>
                  </a:lnTo>
                  <a:cubicBezTo>
                    <a:pt x="2734630" y="8572"/>
                    <a:pt x="2760943" y="12155"/>
                    <a:pt x="2787256" y="14619"/>
                  </a:cubicBezTo>
                  <a:cubicBezTo>
                    <a:pt x="2997536" y="34885"/>
                    <a:pt x="3207144" y="77994"/>
                    <a:pt x="3408467" y="145064"/>
                  </a:cubicBezTo>
                  <a:lnTo>
                    <a:pt x="3557723" y="199593"/>
                  </a:lnTo>
                  <a:cubicBezTo>
                    <a:pt x="3570264" y="203848"/>
                    <a:pt x="3582245" y="209447"/>
                    <a:pt x="3594337" y="214597"/>
                  </a:cubicBezTo>
                  <a:lnTo>
                    <a:pt x="3630616" y="230385"/>
                  </a:lnTo>
                  <a:lnTo>
                    <a:pt x="3703172" y="262073"/>
                  </a:lnTo>
                  <a:cubicBezTo>
                    <a:pt x="3715265" y="267335"/>
                    <a:pt x="3727358" y="272598"/>
                    <a:pt x="3739003" y="278756"/>
                  </a:cubicBezTo>
                  <a:cubicBezTo>
                    <a:pt x="3744937" y="281667"/>
                    <a:pt x="3750984" y="284131"/>
                    <a:pt x="3756806" y="287266"/>
                  </a:cubicBezTo>
                  <a:cubicBezTo>
                    <a:pt x="3762517" y="290513"/>
                    <a:pt x="3768115" y="294208"/>
                    <a:pt x="3773714" y="297567"/>
                  </a:cubicBezTo>
                  <a:lnTo>
                    <a:pt x="3840784" y="339332"/>
                  </a:lnTo>
                  <a:cubicBezTo>
                    <a:pt x="3851869" y="346386"/>
                    <a:pt x="3863290" y="352881"/>
                    <a:pt x="3873927" y="360495"/>
                  </a:cubicBezTo>
                  <a:lnTo>
                    <a:pt x="3906062" y="383001"/>
                  </a:lnTo>
                  <a:lnTo>
                    <a:pt x="3969662" y="428572"/>
                  </a:lnTo>
                  <a:cubicBezTo>
                    <a:pt x="4137281" y="552188"/>
                    <a:pt x="4285417" y="693270"/>
                    <a:pt x="4423029" y="837600"/>
                  </a:cubicBezTo>
                  <a:cubicBezTo>
                    <a:pt x="4440160" y="855739"/>
                    <a:pt x="4457404" y="873766"/>
                    <a:pt x="4474647" y="891569"/>
                  </a:cubicBezTo>
                  <a:lnTo>
                    <a:pt x="4524250" y="946883"/>
                  </a:lnTo>
                  <a:lnTo>
                    <a:pt x="4573965" y="1001748"/>
                  </a:lnTo>
                  <a:cubicBezTo>
                    <a:pt x="4590760" y="1019887"/>
                    <a:pt x="4605988" y="1039146"/>
                    <a:pt x="4622224" y="1057509"/>
                  </a:cubicBezTo>
                  <a:cubicBezTo>
                    <a:pt x="4653911" y="1094907"/>
                    <a:pt x="4686831" y="1131409"/>
                    <a:pt x="4717510" y="1169143"/>
                  </a:cubicBezTo>
                  <a:cubicBezTo>
                    <a:pt x="4733186" y="1187730"/>
                    <a:pt x="4748862" y="1206430"/>
                    <a:pt x="4764986" y="1224681"/>
                  </a:cubicBezTo>
                  <a:cubicBezTo>
                    <a:pt x="4780886" y="1243044"/>
                    <a:pt x="4797233" y="1261071"/>
                    <a:pt x="4813021" y="1279994"/>
                  </a:cubicBezTo>
                  <a:cubicBezTo>
                    <a:pt x="4877292" y="1354230"/>
                    <a:pt x="4941339" y="1428914"/>
                    <a:pt x="5001915" y="1506846"/>
                  </a:cubicBezTo>
                  <a:cubicBezTo>
                    <a:pt x="5062603" y="1584665"/>
                    <a:pt x="5118252" y="1666739"/>
                    <a:pt x="5170542" y="1751165"/>
                  </a:cubicBezTo>
                  <a:cubicBezTo>
                    <a:pt x="5274898" y="1920240"/>
                    <a:pt x="5363579" y="2101295"/>
                    <a:pt x="5428969" y="2293660"/>
                  </a:cubicBezTo>
                  <a:cubicBezTo>
                    <a:pt x="5494136" y="2485801"/>
                    <a:pt x="5533102" y="2690819"/>
                    <a:pt x="5534893" y="2899307"/>
                  </a:cubicBezTo>
                  <a:cubicBezTo>
                    <a:pt x="5536124" y="3003439"/>
                    <a:pt x="5526831" y="3108132"/>
                    <a:pt x="5508804" y="3211144"/>
                  </a:cubicBezTo>
                  <a:cubicBezTo>
                    <a:pt x="5490441" y="3314157"/>
                    <a:pt x="5462336" y="3415490"/>
                    <a:pt x="5426282" y="3513352"/>
                  </a:cubicBezTo>
                  <a:cubicBezTo>
                    <a:pt x="5363355" y="3684890"/>
                    <a:pt x="5302219" y="3856428"/>
                    <a:pt x="5248250" y="4030542"/>
                  </a:cubicBezTo>
                  <a:lnTo>
                    <a:pt x="5208612" y="4161771"/>
                  </a:lnTo>
                  <a:lnTo>
                    <a:pt x="5170318" y="4294680"/>
                  </a:lnTo>
                  <a:lnTo>
                    <a:pt x="5132248" y="4430164"/>
                  </a:lnTo>
                  <a:lnTo>
                    <a:pt x="5112765" y="4498914"/>
                  </a:lnTo>
                  <a:lnTo>
                    <a:pt x="5091715" y="4569119"/>
                  </a:lnTo>
                  <a:cubicBezTo>
                    <a:pt x="5085221" y="4592297"/>
                    <a:pt x="5076823" y="4616482"/>
                    <a:pt x="5068985" y="4640220"/>
                  </a:cubicBezTo>
                  <a:cubicBezTo>
                    <a:pt x="5060699" y="4664182"/>
                    <a:pt x="5053981" y="4687807"/>
                    <a:pt x="5043904" y="4712105"/>
                  </a:cubicBezTo>
                  <a:lnTo>
                    <a:pt x="5015799" y="4784438"/>
                  </a:lnTo>
                  <a:cubicBezTo>
                    <a:pt x="5005274" y="4808511"/>
                    <a:pt x="4993965" y="4832473"/>
                    <a:pt x="4982880" y="4856435"/>
                  </a:cubicBezTo>
                  <a:cubicBezTo>
                    <a:pt x="4936524" y="4951273"/>
                    <a:pt x="4881099" y="5044096"/>
                    <a:pt x="4817276" y="5125275"/>
                  </a:cubicBezTo>
                  <a:cubicBezTo>
                    <a:pt x="4755244" y="5208805"/>
                    <a:pt x="4686943" y="5282817"/>
                    <a:pt x="4618753" y="5355374"/>
                  </a:cubicBezTo>
                  <a:cubicBezTo>
                    <a:pt x="4602069" y="5374073"/>
                    <a:pt x="4584154" y="5391092"/>
                    <a:pt x="4566575" y="5408560"/>
                  </a:cubicBezTo>
                  <a:lnTo>
                    <a:pt x="4513837" y="5461186"/>
                  </a:lnTo>
                  <a:cubicBezTo>
                    <a:pt x="4496593" y="5479101"/>
                    <a:pt x="4477894" y="5495560"/>
                    <a:pt x="4459531" y="5512580"/>
                  </a:cubicBezTo>
                  <a:lnTo>
                    <a:pt x="4404554" y="5563526"/>
                  </a:lnTo>
                  <a:cubicBezTo>
                    <a:pt x="4386527" y="5580770"/>
                    <a:pt x="4366932" y="5596670"/>
                    <a:pt x="4348009" y="5613017"/>
                  </a:cubicBezTo>
                  <a:lnTo>
                    <a:pt x="4290568" y="5661948"/>
                  </a:lnTo>
                  <a:lnTo>
                    <a:pt x="4276124" y="5674153"/>
                  </a:lnTo>
                  <a:lnTo>
                    <a:pt x="4261120" y="5685798"/>
                  </a:lnTo>
                  <a:lnTo>
                    <a:pt x="4231112" y="5708976"/>
                  </a:lnTo>
                  <a:lnTo>
                    <a:pt x="4170984" y="5755443"/>
                  </a:lnTo>
                  <a:cubicBezTo>
                    <a:pt x="4130227" y="5785563"/>
                    <a:pt x="4087790" y="5813892"/>
                    <a:pt x="4046025" y="5843228"/>
                  </a:cubicBezTo>
                  <a:cubicBezTo>
                    <a:pt x="4002917" y="5870437"/>
                    <a:pt x="3959248" y="5897309"/>
                    <a:pt x="3915356" y="5923735"/>
                  </a:cubicBezTo>
                  <a:cubicBezTo>
                    <a:pt x="3737659" y="6026299"/>
                    <a:pt x="3544847" y="6106022"/>
                    <a:pt x="3346323" y="6158872"/>
                  </a:cubicBezTo>
                  <a:cubicBezTo>
                    <a:pt x="3147800" y="6211946"/>
                    <a:pt x="2944462" y="6239714"/>
                    <a:pt x="2743476" y="6247328"/>
                  </a:cubicBezTo>
                  <a:lnTo>
                    <a:pt x="2668120" y="6249344"/>
                  </a:lnTo>
                  <a:lnTo>
                    <a:pt x="2630498" y="6250127"/>
                  </a:lnTo>
                  <a:lnTo>
                    <a:pt x="2592988" y="6249568"/>
                  </a:lnTo>
                  <a:lnTo>
                    <a:pt x="2518080" y="6247777"/>
                  </a:lnTo>
                  <a:cubicBezTo>
                    <a:pt x="2493110" y="6247105"/>
                    <a:pt x="2468365" y="6246881"/>
                    <a:pt x="2442948" y="6244529"/>
                  </a:cubicBezTo>
                  <a:cubicBezTo>
                    <a:pt x="2392337" y="6240722"/>
                    <a:pt x="2341950" y="6237699"/>
                    <a:pt x="2291676" y="6232213"/>
                  </a:cubicBezTo>
                  <a:lnTo>
                    <a:pt x="2141412" y="6212394"/>
                  </a:lnTo>
                  <a:lnTo>
                    <a:pt x="1992715" y="6184961"/>
                  </a:lnTo>
                  <a:cubicBezTo>
                    <a:pt x="1943561" y="6173988"/>
                    <a:pt x="1894630" y="6162231"/>
                    <a:pt x="1845811" y="6151034"/>
                  </a:cubicBezTo>
                  <a:cubicBezTo>
                    <a:pt x="1797215" y="6138829"/>
                    <a:pt x="1749180" y="6123938"/>
                    <a:pt x="1701033" y="6110724"/>
                  </a:cubicBezTo>
                  <a:cubicBezTo>
                    <a:pt x="1676847" y="6104566"/>
                    <a:pt x="1653334" y="6095833"/>
                    <a:pt x="1629484" y="6088219"/>
                  </a:cubicBezTo>
                  <a:lnTo>
                    <a:pt x="1558383" y="6064929"/>
                  </a:lnTo>
                  <a:cubicBezTo>
                    <a:pt x="1369713" y="6000210"/>
                    <a:pt x="1186978" y="5921271"/>
                    <a:pt x="1011968" y="5828896"/>
                  </a:cubicBezTo>
                  <a:cubicBezTo>
                    <a:pt x="837071" y="5736408"/>
                    <a:pt x="668556" y="5631940"/>
                    <a:pt x="511237" y="5512356"/>
                  </a:cubicBezTo>
                  <a:cubicBezTo>
                    <a:pt x="471152" y="5483468"/>
                    <a:pt x="433642" y="5451220"/>
                    <a:pt x="395572" y="5419757"/>
                  </a:cubicBezTo>
                  <a:cubicBezTo>
                    <a:pt x="356831" y="5388965"/>
                    <a:pt x="321112" y="5354926"/>
                    <a:pt x="284722" y="5321559"/>
                  </a:cubicBezTo>
                  <a:lnTo>
                    <a:pt x="257513" y="5296477"/>
                  </a:lnTo>
                  <a:lnTo>
                    <a:pt x="243853" y="5283937"/>
                  </a:lnTo>
                  <a:lnTo>
                    <a:pt x="230752" y="5270836"/>
                  </a:lnTo>
                  <a:lnTo>
                    <a:pt x="178574" y="5218322"/>
                  </a:lnTo>
                  <a:cubicBezTo>
                    <a:pt x="161331" y="5200631"/>
                    <a:pt x="143191" y="5183948"/>
                    <a:pt x="126508" y="5165584"/>
                  </a:cubicBezTo>
                  <a:lnTo>
                    <a:pt x="76345" y="5111167"/>
                  </a:lnTo>
                  <a:cubicBezTo>
                    <a:pt x="59774" y="5092916"/>
                    <a:pt x="42530" y="5075112"/>
                    <a:pt x="26407" y="5056413"/>
                  </a:cubicBezTo>
                  <a:lnTo>
                    <a:pt x="0" y="5024776"/>
                  </a:lnTo>
                  <a:lnTo>
                    <a:pt x="0" y="4492798"/>
                  </a:lnTo>
                  <a:lnTo>
                    <a:pt x="28534" y="4537879"/>
                  </a:lnTo>
                  <a:cubicBezTo>
                    <a:pt x="41299" y="4556130"/>
                    <a:pt x="54175" y="4574382"/>
                    <a:pt x="66604" y="4592745"/>
                  </a:cubicBezTo>
                  <a:lnTo>
                    <a:pt x="104114" y="4647834"/>
                  </a:lnTo>
                  <a:lnTo>
                    <a:pt x="143751" y="4701580"/>
                  </a:lnTo>
                  <a:cubicBezTo>
                    <a:pt x="156964" y="4719495"/>
                    <a:pt x="169728" y="4737746"/>
                    <a:pt x="182717" y="4755773"/>
                  </a:cubicBezTo>
                  <a:lnTo>
                    <a:pt x="223810" y="4808399"/>
                  </a:lnTo>
                  <a:lnTo>
                    <a:pt x="264679" y="4861249"/>
                  </a:lnTo>
                  <a:cubicBezTo>
                    <a:pt x="278563" y="4878717"/>
                    <a:pt x="293455" y="4895288"/>
                    <a:pt x="307788" y="4912420"/>
                  </a:cubicBezTo>
                  <a:lnTo>
                    <a:pt x="351232" y="4963254"/>
                  </a:lnTo>
                  <a:cubicBezTo>
                    <a:pt x="365788" y="4980162"/>
                    <a:pt x="381688" y="4995837"/>
                    <a:pt x="397028" y="5012185"/>
                  </a:cubicBezTo>
                  <a:lnTo>
                    <a:pt x="443496" y="5060444"/>
                  </a:lnTo>
                  <a:lnTo>
                    <a:pt x="455140" y="5072537"/>
                  </a:lnTo>
                  <a:lnTo>
                    <a:pt x="467345" y="5083958"/>
                  </a:lnTo>
                  <a:lnTo>
                    <a:pt x="491755" y="5106912"/>
                  </a:lnTo>
                  <a:lnTo>
                    <a:pt x="540686" y="5152819"/>
                  </a:lnTo>
                  <a:lnTo>
                    <a:pt x="552890" y="5164353"/>
                  </a:lnTo>
                  <a:lnTo>
                    <a:pt x="565655" y="5175214"/>
                  </a:lnTo>
                  <a:lnTo>
                    <a:pt x="591072" y="5197048"/>
                  </a:lnTo>
                  <a:cubicBezTo>
                    <a:pt x="624999" y="5226160"/>
                    <a:pt x="658366" y="5256056"/>
                    <a:pt x="694197" y="5283041"/>
                  </a:cubicBezTo>
                  <a:cubicBezTo>
                    <a:pt x="834272" y="5394675"/>
                    <a:pt x="985207" y="5493881"/>
                    <a:pt x="1146221" y="5573716"/>
                  </a:cubicBezTo>
                  <a:cubicBezTo>
                    <a:pt x="1307122" y="5653774"/>
                    <a:pt x="1476869" y="5715918"/>
                    <a:pt x="1650982" y="5758130"/>
                  </a:cubicBezTo>
                  <a:lnTo>
                    <a:pt x="1716485" y="5772798"/>
                  </a:lnTo>
                  <a:cubicBezTo>
                    <a:pt x="1738431" y="5777390"/>
                    <a:pt x="1759929" y="5783100"/>
                    <a:pt x="1782211" y="5786235"/>
                  </a:cubicBezTo>
                  <a:lnTo>
                    <a:pt x="1848386" y="5796984"/>
                  </a:lnTo>
                  <a:lnTo>
                    <a:pt x="1881417" y="5802359"/>
                  </a:lnTo>
                  <a:cubicBezTo>
                    <a:pt x="1892390" y="5804151"/>
                    <a:pt x="1903363" y="5806054"/>
                    <a:pt x="1914560" y="5807061"/>
                  </a:cubicBezTo>
                  <a:cubicBezTo>
                    <a:pt x="1959012" y="5811765"/>
                    <a:pt x="2003241" y="5817251"/>
                    <a:pt x="2047469" y="5821282"/>
                  </a:cubicBezTo>
                  <a:lnTo>
                    <a:pt x="2180601" y="5828896"/>
                  </a:lnTo>
                  <a:lnTo>
                    <a:pt x="2313622" y="5830463"/>
                  </a:lnTo>
                  <a:cubicBezTo>
                    <a:pt x="2335680" y="5830799"/>
                    <a:pt x="2357962" y="5829008"/>
                    <a:pt x="2380021" y="5828448"/>
                  </a:cubicBezTo>
                  <a:lnTo>
                    <a:pt x="2446195" y="5826433"/>
                  </a:lnTo>
                  <a:cubicBezTo>
                    <a:pt x="2468029" y="5826208"/>
                    <a:pt x="2490647" y="5824193"/>
                    <a:pt x="2513041" y="5822737"/>
                  </a:cubicBezTo>
                  <a:lnTo>
                    <a:pt x="2580111" y="5818258"/>
                  </a:lnTo>
                  <a:lnTo>
                    <a:pt x="2613590" y="5816355"/>
                  </a:lnTo>
                  <a:lnTo>
                    <a:pt x="2646845" y="5813108"/>
                  </a:lnTo>
                  <a:cubicBezTo>
                    <a:pt x="2669016" y="5810869"/>
                    <a:pt x="2691074" y="5808741"/>
                    <a:pt x="2713244" y="5806838"/>
                  </a:cubicBezTo>
                  <a:cubicBezTo>
                    <a:pt x="2889933" y="5789371"/>
                    <a:pt x="3062815" y="5762050"/>
                    <a:pt x="3230882" y="5721292"/>
                  </a:cubicBezTo>
                  <a:cubicBezTo>
                    <a:pt x="3398837" y="5680423"/>
                    <a:pt x="3562426" y="5626902"/>
                    <a:pt x="3720416" y="5556472"/>
                  </a:cubicBezTo>
                  <a:cubicBezTo>
                    <a:pt x="3759381" y="5537997"/>
                    <a:pt x="3798347" y="5518962"/>
                    <a:pt x="3837425" y="5499927"/>
                  </a:cubicBezTo>
                  <a:cubicBezTo>
                    <a:pt x="3875271" y="5478765"/>
                    <a:pt x="3913900" y="5458610"/>
                    <a:pt x="3951634" y="5436552"/>
                  </a:cubicBezTo>
                  <a:lnTo>
                    <a:pt x="4007284" y="5401841"/>
                  </a:lnTo>
                  <a:lnTo>
                    <a:pt x="4035164" y="5384374"/>
                  </a:lnTo>
                  <a:lnTo>
                    <a:pt x="4049049" y="5375640"/>
                  </a:lnTo>
                  <a:lnTo>
                    <a:pt x="4062485" y="5366123"/>
                  </a:lnTo>
                  <a:lnTo>
                    <a:pt x="4116567" y="5328277"/>
                  </a:lnTo>
                  <a:cubicBezTo>
                    <a:pt x="4134594" y="5315624"/>
                    <a:pt x="4152957" y="5303420"/>
                    <a:pt x="4169976" y="5289199"/>
                  </a:cubicBezTo>
                  <a:lnTo>
                    <a:pt x="4222042" y="5247994"/>
                  </a:lnTo>
                  <a:cubicBezTo>
                    <a:pt x="4239398" y="5234222"/>
                    <a:pt x="4256865" y="5220562"/>
                    <a:pt x="4273213" y="5205558"/>
                  </a:cubicBezTo>
                  <a:lnTo>
                    <a:pt x="4323151" y="5161329"/>
                  </a:lnTo>
                  <a:cubicBezTo>
                    <a:pt x="4339611" y="5146437"/>
                    <a:pt x="4356631" y="5131881"/>
                    <a:pt x="4371971" y="5116093"/>
                  </a:cubicBezTo>
                  <a:cubicBezTo>
                    <a:pt x="4435457" y="5054398"/>
                    <a:pt x="4496258" y="4991135"/>
                    <a:pt x="4546868" y="4924400"/>
                  </a:cubicBezTo>
                  <a:cubicBezTo>
                    <a:pt x="4600054" y="4858450"/>
                    <a:pt x="4640699" y="4788916"/>
                    <a:pt x="4675634" y="4715352"/>
                  </a:cubicBezTo>
                  <a:lnTo>
                    <a:pt x="4700155" y="4659255"/>
                  </a:lnTo>
                  <a:lnTo>
                    <a:pt x="4721206" y="4600135"/>
                  </a:lnTo>
                  <a:cubicBezTo>
                    <a:pt x="4728707" y="4580988"/>
                    <a:pt x="4733970" y="4559266"/>
                    <a:pt x="4740465" y="4538887"/>
                  </a:cubicBezTo>
                  <a:cubicBezTo>
                    <a:pt x="4746623" y="4518061"/>
                    <a:pt x="4753005" y="4497906"/>
                    <a:pt x="4758492" y="4475848"/>
                  </a:cubicBezTo>
                  <a:cubicBezTo>
                    <a:pt x="4803168" y="4303637"/>
                    <a:pt x="4840902" y="4115080"/>
                    <a:pt x="4891288" y="3930329"/>
                  </a:cubicBezTo>
                  <a:cubicBezTo>
                    <a:pt x="4940891" y="3744906"/>
                    <a:pt x="5000235" y="3562059"/>
                    <a:pt x="5066298" y="3382235"/>
                  </a:cubicBezTo>
                  <a:cubicBezTo>
                    <a:pt x="5124186" y="3226932"/>
                    <a:pt x="5154530" y="3064015"/>
                    <a:pt x="5156994" y="2898635"/>
                  </a:cubicBezTo>
                  <a:cubicBezTo>
                    <a:pt x="5159681" y="2733255"/>
                    <a:pt x="5132920" y="2565636"/>
                    <a:pt x="5083317" y="2402047"/>
                  </a:cubicBezTo>
                  <a:cubicBezTo>
                    <a:pt x="5033938" y="2238123"/>
                    <a:pt x="4960150" y="2079013"/>
                    <a:pt x="4871022" y="1926958"/>
                  </a:cubicBezTo>
                  <a:cubicBezTo>
                    <a:pt x="4826570" y="1850818"/>
                    <a:pt x="4777415" y="1776918"/>
                    <a:pt x="4727028" y="1703577"/>
                  </a:cubicBezTo>
                  <a:cubicBezTo>
                    <a:pt x="4676418" y="1630349"/>
                    <a:pt x="4622784" y="1558464"/>
                    <a:pt x="4563776" y="1490834"/>
                  </a:cubicBezTo>
                  <a:cubicBezTo>
                    <a:pt x="4503647" y="1423764"/>
                    <a:pt x="4439041" y="1359157"/>
                    <a:pt x="4370291" y="1300596"/>
                  </a:cubicBezTo>
                  <a:cubicBezTo>
                    <a:pt x="4336812" y="1270141"/>
                    <a:pt x="4301541" y="1242148"/>
                    <a:pt x="4266046" y="1214491"/>
                  </a:cubicBezTo>
                  <a:cubicBezTo>
                    <a:pt x="4248355" y="1200607"/>
                    <a:pt x="4230776" y="1186611"/>
                    <a:pt x="4212973" y="1173062"/>
                  </a:cubicBezTo>
                  <a:cubicBezTo>
                    <a:pt x="4194722" y="1160074"/>
                    <a:pt x="4176359" y="1147197"/>
                    <a:pt x="4157995" y="1134545"/>
                  </a:cubicBezTo>
                  <a:cubicBezTo>
                    <a:pt x="4011426" y="1031980"/>
                    <a:pt x="3855004" y="948562"/>
                    <a:pt x="3697126" y="881044"/>
                  </a:cubicBezTo>
                  <a:lnTo>
                    <a:pt x="3637670" y="856747"/>
                  </a:lnTo>
                  <a:lnTo>
                    <a:pt x="3608222" y="844318"/>
                  </a:lnTo>
                  <a:cubicBezTo>
                    <a:pt x="3598480" y="840063"/>
                    <a:pt x="3588179" y="837040"/>
                    <a:pt x="3578214" y="833457"/>
                  </a:cubicBezTo>
                  <a:lnTo>
                    <a:pt x="3518309" y="812294"/>
                  </a:lnTo>
                  <a:cubicBezTo>
                    <a:pt x="3513383" y="810503"/>
                    <a:pt x="3508344" y="808823"/>
                    <a:pt x="3503417" y="806920"/>
                  </a:cubicBezTo>
                  <a:cubicBezTo>
                    <a:pt x="3498603" y="804792"/>
                    <a:pt x="3494236" y="801993"/>
                    <a:pt x="3489533" y="799642"/>
                  </a:cubicBezTo>
                  <a:cubicBezTo>
                    <a:pt x="3480240" y="794827"/>
                    <a:pt x="3470498" y="791020"/>
                    <a:pt x="3460869" y="787101"/>
                  </a:cubicBezTo>
                  <a:lnTo>
                    <a:pt x="3402980" y="763475"/>
                  </a:lnTo>
                  <a:lnTo>
                    <a:pt x="3374092" y="751606"/>
                  </a:lnTo>
                  <a:cubicBezTo>
                    <a:pt x="3364462" y="747688"/>
                    <a:pt x="3354945" y="743433"/>
                    <a:pt x="3344980" y="740409"/>
                  </a:cubicBezTo>
                  <a:lnTo>
                    <a:pt x="3226627" y="700772"/>
                  </a:lnTo>
                  <a:cubicBezTo>
                    <a:pt x="3067405" y="652849"/>
                    <a:pt x="2902697" y="625192"/>
                    <a:pt x="2735750" y="614667"/>
                  </a:cubicBezTo>
                  <a:cubicBezTo>
                    <a:pt x="2714811" y="613435"/>
                    <a:pt x="2694209" y="610860"/>
                    <a:pt x="2673158" y="610412"/>
                  </a:cubicBezTo>
                  <a:lnTo>
                    <a:pt x="2610119" y="609628"/>
                  </a:lnTo>
                  <a:lnTo>
                    <a:pt x="2547080" y="608620"/>
                  </a:lnTo>
                  <a:cubicBezTo>
                    <a:pt x="2536443" y="608173"/>
                    <a:pt x="2526365" y="608397"/>
                    <a:pt x="2516400" y="608844"/>
                  </a:cubicBezTo>
                  <a:lnTo>
                    <a:pt x="2486280" y="609740"/>
                  </a:lnTo>
                  <a:cubicBezTo>
                    <a:pt x="2466125" y="609852"/>
                    <a:pt x="2446307" y="611868"/>
                    <a:pt x="2426376" y="613099"/>
                  </a:cubicBezTo>
                  <a:cubicBezTo>
                    <a:pt x="2406333" y="613995"/>
                    <a:pt x="2386627" y="616458"/>
                    <a:pt x="2366920" y="618474"/>
                  </a:cubicBezTo>
                  <a:cubicBezTo>
                    <a:pt x="2357066" y="619482"/>
                    <a:pt x="2347101" y="620153"/>
                    <a:pt x="2337248" y="621497"/>
                  </a:cubicBezTo>
                  <a:lnTo>
                    <a:pt x="2307800" y="625528"/>
                  </a:lnTo>
                  <a:lnTo>
                    <a:pt x="2278351" y="629559"/>
                  </a:lnTo>
                  <a:lnTo>
                    <a:pt x="2249127" y="634710"/>
                  </a:lnTo>
                  <a:cubicBezTo>
                    <a:pt x="2093377" y="661918"/>
                    <a:pt x="1942329" y="710849"/>
                    <a:pt x="1796096" y="781726"/>
                  </a:cubicBezTo>
                  <a:cubicBezTo>
                    <a:pt x="1649751" y="852268"/>
                    <a:pt x="1508892" y="944307"/>
                    <a:pt x="1370833" y="1048663"/>
                  </a:cubicBezTo>
                  <a:cubicBezTo>
                    <a:pt x="1232774" y="1153244"/>
                    <a:pt x="1097290" y="1269917"/>
                    <a:pt x="959790" y="1390844"/>
                  </a:cubicBezTo>
                  <a:lnTo>
                    <a:pt x="749062" y="1577611"/>
                  </a:lnTo>
                  <a:cubicBezTo>
                    <a:pt x="674602" y="1642329"/>
                    <a:pt x="599806" y="1704137"/>
                    <a:pt x="524786" y="1763145"/>
                  </a:cubicBezTo>
                  <a:cubicBezTo>
                    <a:pt x="374858" y="1881498"/>
                    <a:pt x="223810" y="1987422"/>
                    <a:pt x="84071" y="2098496"/>
                  </a:cubicBezTo>
                  <a:lnTo>
                    <a:pt x="0" y="2168094"/>
                  </a:lnTo>
                  <a:lnTo>
                    <a:pt x="0" y="1576676"/>
                  </a:lnTo>
                  <a:lnTo>
                    <a:pt x="174655" y="1387597"/>
                  </a:lnTo>
                  <a:cubicBezTo>
                    <a:pt x="238926" y="1320079"/>
                    <a:pt x="302749" y="1254577"/>
                    <a:pt x="363661" y="1188626"/>
                  </a:cubicBezTo>
                  <a:lnTo>
                    <a:pt x="458052" y="1086397"/>
                  </a:lnTo>
                  <a:cubicBezTo>
                    <a:pt x="490635" y="1051351"/>
                    <a:pt x="523666" y="1016416"/>
                    <a:pt x="557257" y="981593"/>
                  </a:cubicBezTo>
                  <a:cubicBezTo>
                    <a:pt x="691510" y="842414"/>
                    <a:pt x="835055" y="705699"/>
                    <a:pt x="994165" y="578389"/>
                  </a:cubicBezTo>
                  <a:cubicBezTo>
                    <a:pt x="1152939" y="451190"/>
                    <a:pt x="1328060" y="333398"/>
                    <a:pt x="1520873" y="237215"/>
                  </a:cubicBezTo>
                  <a:cubicBezTo>
                    <a:pt x="1713238" y="141033"/>
                    <a:pt x="1924302" y="68028"/>
                    <a:pt x="2141748" y="31190"/>
                  </a:cubicBezTo>
                  <a:lnTo>
                    <a:pt x="2182505" y="24360"/>
                  </a:lnTo>
                  <a:cubicBezTo>
                    <a:pt x="2196165" y="22344"/>
                    <a:pt x="2209826" y="20665"/>
                    <a:pt x="2223374" y="18873"/>
                  </a:cubicBezTo>
                  <a:lnTo>
                    <a:pt x="2264355" y="13611"/>
                  </a:lnTo>
                  <a:cubicBezTo>
                    <a:pt x="2278015" y="11931"/>
                    <a:pt x="2291676" y="10924"/>
                    <a:pt x="2305336" y="9580"/>
                  </a:cubicBezTo>
                  <a:cubicBezTo>
                    <a:pt x="2332657" y="7229"/>
                    <a:pt x="2360090" y="4653"/>
                    <a:pt x="2387410" y="3645"/>
                  </a:cubicBezTo>
                  <a:cubicBezTo>
                    <a:pt x="2414731" y="2414"/>
                    <a:pt x="2442164" y="510"/>
                    <a:pt x="2469373" y="622"/>
                  </a:cubicBezTo>
                  <a:close/>
                </a:path>
              </a:pathLst>
            </a:custGeom>
            <a:gradFill>
              <a:gsLst>
                <a:gs pos="37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7C4629D-4AB7-48D4-A61B-1AE1837A78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646908" cy="6130481"/>
            </a:xfrm>
            <a:custGeom>
              <a:avLst/>
              <a:gdLst>
                <a:gd name="connsiteX0" fmla="*/ 2616837 w 5646908"/>
                <a:gd name="connsiteY0" fmla="*/ 0 h 6130481"/>
                <a:gd name="connsiteX1" fmla="*/ 4918721 w 5646908"/>
                <a:gd name="connsiteY1" fmla="*/ 1134258 h 6130481"/>
                <a:gd name="connsiteX2" fmla="*/ 5539036 w 5646908"/>
                <a:gd name="connsiteY2" fmla="*/ 3362353 h 6130481"/>
                <a:gd name="connsiteX3" fmla="*/ 4712024 w 5646908"/>
                <a:gd name="connsiteY3" fmla="*/ 5293280 h 6130481"/>
                <a:gd name="connsiteX4" fmla="*/ 2547864 w 5646908"/>
                <a:gd name="connsiteY4" fmla="*/ 6130481 h 6130481"/>
                <a:gd name="connsiteX5" fmla="*/ 263223 w 5646908"/>
                <a:gd name="connsiteY5" fmla="*/ 5212325 h 6130481"/>
                <a:gd name="connsiteX6" fmla="*/ 49974 w 5646908"/>
                <a:gd name="connsiteY6" fmla="*/ 4985345 h 6130481"/>
                <a:gd name="connsiteX7" fmla="*/ 0 w 5646908"/>
                <a:gd name="connsiteY7" fmla="*/ 4920618 h 6130481"/>
                <a:gd name="connsiteX8" fmla="*/ 0 w 5646908"/>
                <a:gd name="connsiteY8" fmla="*/ 3760303 h 6130481"/>
                <a:gd name="connsiteX9" fmla="*/ 80488 w 5646908"/>
                <a:gd name="connsiteY9" fmla="*/ 3974159 h 6130481"/>
                <a:gd name="connsiteX10" fmla="*/ 664748 w 5646908"/>
                <a:gd name="connsiteY10" fmla="*/ 4813600 h 6130481"/>
                <a:gd name="connsiteX11" fmla="*/ 2548087 w 5646908"/>
                <a:gd name="connsiteY11" fmla="*/ 5570406 h 6130481"/>
                <a:gd name="connsiteX12" fmla="*/ 3536561 w 5646908"/>
                <a:gd name="connsiteY12" fmla="*/ 5407153 h 6130481"/>
                <a:gd name="connsiteX13" fmla="*/ 4308035 w 5646908"/>
                <a:gd name="connsiteY13" fmla="*/ 4897241 h 6130481"/>
                <a:gd name="connsiteX14" fmla="*/ 4569038 w 5646908"/>
                <a:gd name="connsiteY14" fmla="*/ 4564802 h 6130481"/>
                <a:gd name="connsiteX15" fmla="*/ 4699147 w 5646908"/>
                <a:gd name="connsiteY15" fmla="*/ 4149952 h 6130481"/>
                <a:gd name="connsiteX16" fmla="*/ 5003034 w 5646908"/>
                <a:gd name="connsiteY16" fmla="*/ 3168421 h 6130481"/>
                <a:gd name="connsiteX17" fmla="*/ 4994189 w 5646908"/>
                <a:gd name="connsiteY17" fmla="*/ 2321590 h 6130481"/>
                <a:gd name="connsiteX18" fmla="*/ 4487860 w 5646908"/>
                <a:gd name="connsiteY18" fmla="*/ 1501856 h 6130481"/>
                <a:gd name="connsiteX19" fmla="*/ 3640469 w 5646908"/>
                <a:gd name="connsiteY19" fmla="*/ 808425 h 6130481"/>
                <a:gd name="connsiteX20" fmla="*/ 2616837 w 5646908"/>
                <a:gd name="connsiteY20" fmla="*/ 559851 h 6130481"/>
                <a:gd name="connsiteX21" fmla="*/ 1762952 w 5646908"/>
                <a:gd name="connsiteY21" fmla="*/ 812008 h 6130481"/>
                <a:gd name="connsiteX22" fmla="*/ 939635 w 5646908"/>
                <a:gd name="connsiteY22" fmla="*/ 1502976 h 6130481"/>
                <a:gd name="connsiteX23" fmla="*/ 585250 w 5646908"/>
                <a:gd name="connsiteY23" fmla="*/ 1831049 h 6130481"/>
                <a:gd name="connsiteX24" fmla="*/ 40403 w 5646908"/>
                <a:gd name="connsiteY24" fmla="*/ 2389556 h 6130481"/>
                <a:gd name="connsiteX25" fmla="*/ 0 w 5646908"/>
                <a:gd name="connsiteY25" fmla="*/ 2456747 h 6130481"/>
                <a:gd name="connsiteX26" fmla="*/ 0 w 5646908"/>
                <a:gd name="connsiteY26" fmla="*/ 1601114 h 6130481"/>
                <a:gd name="connsiteX27" fmla="*/ 93200 w 5646908"/>
                <a:gd name="connsiteY27" fmla="*/ 1513741 h 6130481"/>
                <a:gd name="connsiteX28" fmla="*/ 535423 w 5646908"/>
                <a:gd name="connsiteY28" fmla="*/ 1107273 h 6130481"/>
                <a:gd name="connsiteX29" fmla="*/ 2616837 w 5646908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646908" h="6130481">
                  <a:moveTo>
                    <a:pt x="2616837" y="0"/>
                  </a:moveTo>
                  <a:cubicBezTo>
                    <a:pt x="3596241" y="0"/>
                    <a:pt x="4322479" y="463445"/>
                    <a:pt x="4918721" y="1134258"/>
                  </a:cubicBezTo>
                  <a:cubicBezTo>
                    <a:pt x="5416317" y="1694109"/>
                    <a:pt x="5857703" y="2516643"/>
                    <a:pt x="5539036" y="3362353"/>
                  </a:cubicBezTo>
                  <a:cubicBezTo>
                    <a:pt x="5111758" y="4496612"/>
                    <a:pt x="5300763" y="4716633"/>
                    <a:pt x="4712024" y="5293280"/>
                  </a:cubicBezTo>
                  <a:cubicBezTo>
                    <a:pt x="4123284" y="5869926"/>
                    <a:pt x="3446201" y="6130481"/>
                    <a:pt x="2547864" y="6130481"/>
                  </a:cubicBezTo>
                  <a:cubicBezTo>
                    <a:pt x="1657476" y="6130481"/>
                    <a:pt x="850619" y="5780127"/>
                    <a:pt x="263223" y="5212325"/>
                  </a:cubicBezTo>
                  <a:cubicBezTo>
                    <a:pt x="188497" y="5140091"/>
                    <a:pt x="117321" y="5064339"/>
                    <a:pt x="49974" y="4985345"/>
                  </a:cubicBezTo>
                  <a:lnTo>
                    <a:pt x="0" y="4920618"/>
                  </a:lnTo>
                  <a:lnTo>
                    <a:pt x="0" y="3760303"/>
                  </a:lnTo>
                  <a:lnTo>
                    <a:pt x="80488" y="3974159"/>
                  </a:lnTo>
                  <a:cubicBezTo>
                    <a:pt x="217875" y="4289243"/>
                    <a:pt x="414383" y="4571632"/>
                    <a:pt x="664748" y="4813600"/>
                  </a:cubicBezTo>
                  <a:cubicBezTo>
                    <a:pt x="1169734" y="5301566"/>
                    <a:pt x="1838644" y="5570406"/>
                    <a:pt x="2548087" y="5570406"/>
                  </a:cubicBezTo>
                  <a:cubicBezTo>
                    <a:pt x="2928786" y="5570406"/>
                    <a:pt x="3252156" y="5516996"/>
                    <a:pt x="3536561" y="5407153"/>
                  </a:cubicBezTo>
                  <a:cubicBezTo>
                    <a:pt x="3815366" y="5299438"/>
                    <a:pt x="4067747" y="5132603"/>
                    <a:pt x="4308035" y="4897241"/>
                  </a:cubicBezTo>
                  <a:cubicBezTo>
                    <a:pt x="4475095" y="4733653"/>
                    <a:pt x="4533767" y="4637358"/>
                    <a:pt x="4569038" y="4564802"/>
                  </a:cubicBezTo>
                  <a:cubicBezTo>
                    <a:pt x="4619313" y="4461453"/>
                    <a:pt x="4652792" y="4330784"/>
                    <a:pt x="4699147" y="4149952"/>
                  </a:cubicBezTo>
                  <a:cubicBezTo>
                    <a:pt x="4758491" y="3918846"/>
                    <a:pt x="4839558" y="3602194"/>
                    <a:pt x="5003034" y="3168421"/>
                  </a:cubicBezTo>
                  <a:cubicBezTo>
                    <a:pt x="5103024" y="2902940"/>
                    <a:pt x="5100112" y="2626037"/>
                    <a:pt x="4994189" y="2321590"/>
                  </a:cubicBezTo>
                  <a:cubicBezTo>
                    <a:pt x="4900470" y="2052526"/>
                    <a:pt x="4725460" y="1769129"/>
                    <a:pt x="4487860" y="1501856"/>
                  </a:cubicBezTo>
                  <a:cubicBezTo>
                    <a:pt x="4210285" y="1189683"/>
                    <a:pt x="3933047" y="962832"/>
                    <a:pt x="3640469" y="808425"/>
                  </a:cubicBezTo>
                  <a:cubicBezTo>
                    <a:pt x="3323369" y="641141"/>
                    <a:pt x="2988578" y="559851"/>
                    <a:pt x="2616837" y="559851"/>
                  </a:cubicBezTo>
                  <a:cubicBezTo>
                    <a:pt x="2315413" y="559851"/>
                    <a:pt x="2044110" y="640134"/>
                    <a:pt x="1762952" y="812008"/>
                  </a:cubicBezTo>
                  <a:cubicBezTo>
                    <a:pt x="1472838" y="989593"/>
                    <a:pt x="1197167" y="1250707"/>
                    <a:pt x="939635" y="1502976"/>
                  </a:cubicBezTo>
                  <a:cubicBezTo>
                    <a:pt x="819379" y="1620769"/>
                    <a:pt x="700355" y="1727700"/>
                    <a:pt x="585250" y="1831049"/>
                  </a:cubicBezTo>
                  <a:cubicBezTo>
                    <a:pt x="362317" y="2031140"/>
                    <a:pt x="169840" y="2204022"/>
                    <a:pt x="40403" y="2389556"/>
                  </a:cubicBezTo>
                  <a:lnTo>
                    <a:pt x="0" y="2456747"/>
                  </a:lnTo>
                  <a:lnTo>
                    <a:pt x="0" y="1601114"/>
                  </a:lnTo>
                  <a:lnTo>
                    <a:pt x="93200" y="1513741"/>
                  </a:lnTo>
                  <a:cubicBezTo>
                    <a:pt x="237107" y="1383294"/>
                    <a:pt x="388238" y="1251435"/>
                    <a:pt x="535423" y="1107273"/>
                  </a:cubicBezTo>
                  <a:cubicBezTo>
                    <a:pt x="1124050" y="530627"/>
                    <a:pt x="1718500" y="0"/>
                    <a:pt x="2616837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54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1E30050-9FC4-4CC7-8C0B-BF5EFD106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176241"/>
              <a:ext cx="5517522" cy="6130481"/>
            </a:xfrm>
            <a:custGeom>
              <a:avLst/>
              <a:gdLst>
                <a:gd name="connsiteX0" fmla="*/ 2549095 w 5517522"/>
                <a:gd name="connsiteY0" fmla="*/ 0 h 6130481"/>
                <a:gd name="connsiteX1" fmla="*/ 4804175 w 5517522"/>
                <a:gd name="connsiteY1" fmla="*/ 1134258 h 6130481"/>
                <a:gd name="connsiteX2" fmla="*/ 5411838 w 5517522"/>
                <a:gd name="connsiteY2" fmla="*/ 3362353 h 6130481"/>
                <a:gd name="connsiteX3" fmla="*/ 4601621 w 5517522"/>
                <a:gd name="connsiteY3" fmla="*/ 5293280 h 6130481"/>
                <a:gd name="connsiteX4" fmla="*/ 2481577 w 5517522"/>
                <a:gd name="connsiteY4" fmla="*/ 6130481 h 6130481"/>
                <a:gd name="connsiteX5" fmla="*/ 243517 w 5517522"/>
                <a:gd name="connsiteY5" fmla="*/ 5212325 h 6130481"/>
                <a:gd name="connsiteX6" fmla="*/ 34587 w 5517522"/>
                <a:gd name="connsiteY6" fmla="*/ 4985345 h 6130481"/>
                <a:gd name="connsiteX7" fmla="*/ 0 w 5517522"/>
                <a:gd name="connsiteY7" fmla="*/ 4939620 h 6130481"/>
                <a:gd name="connsiteX8" fmla="*/ 0 w 5517522"/>
                <a:gd name="connsiteY8" fmla="*/ 3335329 h 6130481"/>
                <a:gd name="connsiteX9" fmla="*/ 17141 w 5517522"/>
                <a:gd name="connsiteY9" fmla="*/ 3448738 h 6130481"/>
                <a:gd name="connsiteX10" fmla="*/ 167489 w 5517522"/>
                <a:gd name="connsiteY10" fmla="*/ 3930490 h 6130481"/>
                <a:gd name="connsiteX11" fmla="*/ 715471 w 5517522"/>
                <a:gd name="connsiteY11" fmla="*/ 4734212 h 6130481"/>
                <a:gd name="connsiteX12" fmla="*/ 2481689 w 5517522"/>
                <a:gd name="connsiteY12" fmla="*/ 5458772 h 6130481"/>
                <a:gd name="connsiteX13" fmla="*/ 4126644 w 5517522"/>
                <a:gd name="connsiteY13" fmla="*/ 4818302 h 6130481"/>
                <a:gd name="connsiteX14" fmla="*/ 4360437 w 5517522"/>
                <a:gd name="connsiteY14" fmla="*/ 4516766 h 6130481"/>
                <a:gd name="connsiteX15" fmla="*/ 4480357 w 5517522"/>
                <a:gd name="connsiteY15" fmla="*/ 4122855 h 6130481"/>
                <a:gd name="connsiteX16" fmla="*/ 4781557 w 5517522"/>
                <a:gd name="connsiteY16" fmla="*/ 3129791 h 6130481"/>
                <a:gd name="connsiteX17" fmla="*/ 4771928 w 5517522"/>
                <a:gd name="connsiteY17" fmla="*/ 2357869 h 6130481"/>
                <a:gd name="connsiteX18" fmla="*/ 4297510 w 5517522"/>
                <a:gd name="connsiteY18" fmla="*/ 1575533 h 6130481"/>
                <a:gd name="connsiteX19" fmla="*/ 3498715 w 5517522"/>
                <a:gd name="connsiteY19" fmla="*/ 907071 h 6130481"/>
                <a:gd name="connsiteX20" fmla="*/ 2549095 w 5517522"/>
                <a:gd name="connsiteY20" fmla="*/ 671821 h 6130481"/>
                <a:gd name="connsiteX21" fmla="*/ 985319 w 5517522"/>
                <a:gd name="connsiteY21" fmla="*/ 1582475 h 6130481"/>
                <a:gd name="connsiteX22" fmla="*/ 634628 w 5517522"/>
                <a:gd name="connsiteY22" fmla="*/ 1913907 h 6130481"/>
                <a:gd name="connsiteX23" fmla="*/ 117662 w 5517522"/>
                <a:gd name="connsiteY23" fmla="*/ 2453044 h 6130481"/>
                <a:gd name="connsiteX24" fmla="*/ 2515 w 5517522"/>
                <a:gd name="connsiteY24" fmla="*/ 2685494 h 6130481"/>
                <a:gd name="connsiteX25" fmla="*/ 0 w 5517522"/>
                <a:gd name="connsiteY25" fmla="*/ 2696965 h 6130481"/>
                <a:gd name="connsiteX26" fmla="*/ 0 w 5517522"/>
                <a:gd name="connsiteY26" fmla="*/ 1587383 h 6130481"/>
                <a:gd name="connsiteX27" fmla="*/ 76951 w 5517522"/>
                <a:gd name="connsiteY27" fmla="*/ 1513741 h 6130481"/>
                <a:gd name="connsiteX28" fmla="*/ 510118 w 5517522"/>
                <a:gd name="connsiteY28" fmla="*/ 1107273 h 6130481"/>
                <a:gd name="connsiteX29" fmla="*/ 2549095 w 5517522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522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4011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335329"/>
                  </a:lnTo>
                  <a:lnTo>
                    <a:pt x="17141" y="3448738"/>
                  </a:lnTo>
                  <a:cubicBezTo>
                    <a:pt x="50676" y="3613558"/>
                    <a:pt x="100867" y="3774516"/>
                    <a:pt x="167489" y="3930490"/>
                  </a:cubicBezTo>
                  <a:cubicBezTo>
                    <a:pt x="296255" y="4232138"/>
                    <a:pt x="480670" y="4502546"/>
                    <a:pt x="715471" y="4734212"/>
                  </a:cubicBezTo>
                  <a:cubicBezTo>
                    <a:pt x="1188993" y="5201464"/>
                    <a:pt x="1816250" y="5458772"/>
                    <a:pt x="2481689" y="5458772"/>
                  </a:cubicBezTo>
                  <a:cubicBezTo>
                    <a:pt x="3185758" y="5458772"/>
                    <a:pt x="3677755" y="5267191"/>
                    <a:pt x="4126644" y="4818302"/>
                  </a:cubicBezTo>
                  <a:cubicBezTo>
                    <a:pt x="4278363" y="4666583"/>
                    <a:pt x="4329982" y="4580701"/>
                    <a:pt x="4360437" y="4516766"/>
                  </a:cubicBezTo>
                  <a:cubicBezTo>
                    <a:pt x="4404890" y="4423495"/>
                    <a:pt x="4436577" y="4297417"/>
                    <a:pt x="4480357" y="4122855"/>
                  </a:cubicBezTo>
                  <a:cubicBezTo>
                    <a:pt x="4539030" y="3889285"/>
                    <a:pt x="4619425" y="3569275"/>
                    <a:pt x="4781557" y="3129791"/>
                  </a:cubicBezTo>
                  <a:cubicBezTo>
                    <a:pt x="4870238" y="2889503"/>
                    <a:pt x="4867103" y="2637010"/>
                    <a:pt x="4771928" y="2357869"/>
                  </a:cubicBezTo>
                  <a:cubicBezTo>
                    <a:pt x="4684815" y="2102465"/>
                    <a:pt x="4520779" y="1831945"/>
                    <a:pt x="4297510" y="1575533"/>
                  </a:cubicBezTo>
                  <a:cubicBezTo>
                    <a:pt x="4034492" y="1273549"/>
                    <a:pt x="3773266" y="1054983"/>
                    <a:pt x="3498715" y="907071"/>
                  </a:cubicBezTo>
                  <a:cubicBezTo>
                    <a:pt x="3204905" y="748745"/>
                    <a:pt x="2894187" y="671821"/>
                    <a:pt x="2549095" y="671821"/>
                  </a:cubicBezTo>
                  <a:cubicBezTo>
                    <a:pt x="1942553" y="671821"/>
                    <a:pt x="1518298" y="1049273"/>
                    <a:pt x="985319" y="1582475"/>
                  </a:cubicBezTo>
                  <a:cubicBezTo>
                    <a:pt x="865735" y="1702059"/>
                    <a:pt x="748278" y="1809774"/>
                    <a:pt x="634628" y="1913907"/>
                  </a:cubicBezTo>
                  <a:cubicBezTo>
                    <a:pt x="421325" y="2109407"/>
                    <a:pt x="237134" y="2278146"/>
                    <a:pt x="117662" y="2453044"/>
                  </a:cubicBezTo>
                  <a:cubicBezTo>
                    <a:pt x="64756" y="2530415"/>
                    <a:pt x="27022" y="2605799"/>
                    <a:pt x="2515" y="2685494"/>
                  </a:cubicBezTo>
                  <a:lnTo>
                    <a:pt x="0" y="2696965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7E03733-50FD-49A6-B226-40F6A0AD4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176241"/>
              <a:ext cx="5517475" cy="6130481"/>
            </a:xfrm>
            <a:custGeom>
              <a:avLst/>
              <a:gdLst>
                <a:gd name="connsiteX0" fmla="*/ 2549095 w 5517475"/>
                <a:gd name="connsiteY0" fmla="*/ 0 h 6130481"/>
                <a:gd name="connsiteX1" fmla="*/ 4804175 w 5517475"/>
                <a:gd name="connsiteY1" fmla="*/ 1134258 h 6130481"/>
                <a:gd name="connsiteX2" fmla="*/ 5411838 w 5517475"/>
                <a:gd name="connsiteY2" fmla="*/ 3362353 h 6130481"/>
                <a:gd name="connsiteX3" fmla="*/ 4601621 w 5517475"/>
                <a:gd name="connsiteY3" fmla="*/ 5293280 h 6130481"/>
                <a:gd name="connsiteX4" fmla="*/ 2481577 w 5517475"/>
                <a:gd name="connsiteY4" fmla="*/ 6130481 h 6130481"/>
                <a:gd name="connsiteX5" fmla="*/ 243517 w 5517475"/>
                <a:gd name="connsiteY5" fmla="*/ 5212325 h 6130481"/>
                <a:gd name="connsiteX6" fmla="*/ 34587 w 5517475"/>
                <a:gd name="connsiteY6" fmla="*/ 4985345 h 6130481"/>
                <a:gd name="connsiteX7" fmla="*/ 0 w 5517475"/>
                <a:gd name="connsiteY7" fmla="*/ 4939620 h 6130481"/>
                <a:gd name="connsiteX8" fmla="*/ 0 w 5517475"/>
                <a:gd name="connsiteY8" fmla="*/ 3799573 h 6130481"/>
                <a:gd name="connsiteX9" fmla="*/ 64364 w 5517475"/>
                <a:gd name="connsiteY9" fmla="*/ 3974159 h 6130481"/>
                <a:gd name="connsiteX10" fmla="*/ 636644 w 5517475"/>
                <a:gd name="connsiteY10" fmla="*/ 4813600 h 6130481"/>
                <a:gd name="connsiteX11" fmla="*/ 2481577 w 5517475"/>
                <a:gd name="connsiteY11" fmla="*/ 5570406 h 6130481"/>
                <a:gd name="connsiteX12" fmla="*/ 3449896 w 5517475"/>
                <a:gd name="connsiteY12" fmla="*/ 5407153 h 6130481"/>
                <a:gd name="connsiteX13" fmla="*/ 4205695 w 5517475"/>
                <a:gd name="connsiteY13" fmla="*/ 4897241 h 6130481"/>
                <a:gd name="connsiteX14" fmla="*/ 4461434 w 5517475"/>
                <a:gd name="connsiteY14" fmla="*/ 4564802 h 6130481"/>
                <a:gd name="connsiteX15" fmla="*/ 4588969 w 5517475"/>
                <a:gd name="connsiteY15" fmla="*/ 4149952 h 6130481"/>
                <a:gd name="connsiteX16" fmla="*/ 4886585 w 5517475"/>
                <a:gd name="connsiteY16" fmla="*/ 3168421 h 6130481"/>
                <a:gd name="connsiteX17" fmla="*/ 4877964 w 5517475"/>
                <a:gd name="connsiteY17" fmla="*/ 2321590 h 6130481"/>
                <a:gd name="connsiteX18" fmla="*/ 4382048 w 5517475"/>
                <a:gd name="connsiteY18" fmla="*/ 1501856 h 6130481"/>
                <a:gd name="connsiteX19" fmla="*/ 3551900 w 5517475"/>
                <a:gd name="connsiteY19" fmla="*/ 808425 h 6130481"/>
                <a:gd name="connsiteX20" fmla="*/ 2549095 w 5517475"/>
                <a:gd name="connsiteY20" fmla="*/ 559851 h 6130481"/>
                <a:gd name="connsiteX21" fmla="*/ 1712566 w 5517475"/>
                <a:gd name="connsiteY21" fmla="*/ 812008 h 6130481"/>
                <a:gd name="connsiteX22" fmla="*/ 906044 w 5517475"/>
                <a:gd name="connsiteY22" fmla="*/ 1502976 h 6130481"/>
                <a:gd name="connsiteX23" fmla="*/ 558825 w 5517475"/>
                <a:gd name="connsiteY23" fmla="*/ 1831049 h 6130481"/>
                <a:gd name="connsiteX24" fmla="*/ 25063 w 5517475"/>
                <a:gd name="connsiteY24" fmla="*/ 2389556 h 6130481"/>
                <a:gd name="connsiteX25" fmla="*/ 0 w 5517475"/>
                <a:gd name="connsiteY25" fmla="*/ 2432109 h 6130481"/>
                <a:gd name="connsiteX26" fmla="*/ 0 w 5517475"/>
                <a:gd name="connsiteY26" fmla="*/ 1587383 h 6130481"/>
                <a:gd name="connsiteX27" fmla="*/ 76951 w 5517475"/>
                <a:gd name="connsiteY27" fmla="*/ 1513741 h 6130481"/>
                <a:gd name="connsiteX28" fmla="*/ 510118 w 5517475"/>
                <a:gd name="connsiteY28" fmla="*/ 1107273 h 6130481"/>
                <a:gd name="connsiteX29" fmla="*/ 2549095 w 5517475"/>
                <a:gd name="connsiteY29" fmla="*/ 0 h 6130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517475" h="6130481">
                  <a:moveTo>
                    <a:pt x="2549095" y="0"/>
                  </a:moveTo>
                  <a:cubicBezTo>
                    <a:pt x="3508568" y="0"/>
                    <a:pt x="4219915" y="463445"/>
                    <a:pt x="4804175" y="1134258"/>
                  </a:cubicBezTo>
                  <a:cubicBezTo>
                    <a:pt x="5291694" y="1694109"/>
                    <a:pt x="5723899" y="2516643"/>
                    <a:pt x="5411838" y="3362353"/>
                  </a:cubicBezTo>
                  <a:cubicBezTo>
                    <a:pt x="4993181" y="4496612"/>
                    <a:pt x="5178268" y="4716633"/>
                    <a:pt x="4601621" y="5293280"/>
                  </a:cubicBezTo>
                  <a:cubicBezTo>
                    <a:pt x="4024863" y="5869926"/>
                    <a:pt x="3361551" y="6130481"/>
                    <a:pt x="2481577" y="6130481"/>
                  </a:cubicBezTo>
                  <a:cubicBezTo>
                    <a:pt x="1609329" y="6130481"/>
                    <a:pt x="818932" y="5780127"/>
                    <a:pt x="243517" y="5212325"/>
                  </a:cubicBezTo>
                  <a:cubicBezTo>
                    <a:pt x="170302" y="5140091"/>
                    <a:pt x="100568" y="5064339"/>
                    <a:pt x="34587" y="4985345"/>
                  </a:cubicBezTo>
                  <a:lnTo>
                    <a:pt x="0" y="4939620"/>
                  </a:lnTo>
                  <a:lnTo>
                    <a:pt x="0" y="3799573"/>
                  </a:lnTo>
                  <a:lnTo>
                    <a:pt x="64364" y="3974159"/>
                  </a:lnTo>
                  <a:cubicBezTo>
                    <a:pt x="198841" y="4289243"/>
                    <a:pt x="391429" y="4571632"/>
                    <a:pt x="636644" y="4813600"/>
                  </a:cubicBezTo>
                  <a:cubicBezTo>
                    <a:pt x="1131328" y="5301566"/>
                    <a:pt x="1786578" y="5570406"/>
                    <a:pt x="2481577" y="5570406"/>
                  </a:cubicBezTo>
                  <a:cubicBezTo>
                    <a:pt x="2854550" y="5570406"/>
                    <a:pt x="3171314" y="5516996"/>
                    <a:pt x="3449896" y="5407153"/>
                  </a:cubicBezTo>
                  <a:cubicBezTo>
                    <a:pt x="3723103" y="5299438"/>
                    <a:pt x="3970333" y="5132603"/>
                    <a:pt x="4205695" y="4897241"/>
                  </a:cubicBezTo>
                  <a:cubicBezTo>
                    <a:pt x="4369395" y="4733653"/>
                    <a:pt x="4426836" y="4637358"/>
                    <a:pt x="4461434" y="4564802"/>
                  </a:cubicBezTo>
                  <a:cubicBezTo>
                    <a:pt x="4510701" y="4461453"/>
                    <a:pt x="4543509" y="4330784"/>
                    <a:pt x="4588969" y="4149952"/>
                  </a:cubicBezTo>
                  <a:cubicBezTo>
                    <a:pt x="4646969" y="3918846"/>
                    <a:pt x="4726468" y="3602194"/>
                    <a:pt x="4886585" y="3168421"/>
                  </a:cubicBezTo>
                  <a:cubicBezTo>
                    <a:pt x="4984560" y="2902940"/>
                    <a:pt x="4981760" y="2626037"/>
                    <a:pt x="4877964" y="2321590"/>
                  </a:cubicBezTo>
                  <a:cubicBezTo>
                    <a:pt x="4786260" y="2052526"/>
                    <a:pt x="4614834" y="1769129"/>
                    <a:pt x="4382048" y="1501856"/>
                  </a:cubicBezTo>
                  <a:cubicBezTo>
                    <a:pt x="4110072" y="1189683"/>
                    <a:pt x="3838544" y="962832"/>
                    <a:pt x="3551900" y="808425"/>
                  </a:cubicBezTo>
                  <a:cubicBezTo>
                    <a:pt x="3241183" y="641141"/>
                    <a:pt x="2913222" y="559851"/>
                    <a:pt x="2549095" y="559851"/>
                  </a:cubicBezTo>
                  <a:cubicBezTo>
                    <a:pt x="2253830" y="559851"/>
                    <a:pt x="1988013" y="640134"/>
                    <a:pt x="1712566" y="812008"/>
                  </a:cubicBezTo>
                  <a:cubicBezTo>
                    <a:pt x="1428385" y="989593"/>
                    <a:pt x="1158313" y="1250707"/>
                    <a:pt x="906044" y="1502976"/>
                  </a:cubicBezTo>
                  <a:cubicBezTo>
                    <a:pt x="788140" y="1620769"/>
                    <a:pt x="671579" y="1727700"/>
                    <a:pt x="558825" y="1831049"/>
                  </a:cubicBezTo>
                  <a:cubicBezTo>
                    <a:pt x="340371" y="2031140"/>
                    <a:pt x="151813" y="2204022"/>
                    <a:pt x="25063" y="2389556"/>
                  </a:cubicBezTo>
                  <a:lnTo>
                    <a:pt x="0" y="2432109"/>
                  </a:lnTo>
                  <a:lnTo>
                    <a:pt x="0" y="1587383"/>
                  </a:lnTo>
                  <a:lnTo>
                    <a:pt x="76951" y="1513741"/>
                  </a:lnTo>
                  <a:cubicBezTo>
                    <a:pt x="217918" y="1383294"/>
                    <a:pt x="365956" y="1251435"/>
                    <a:pt x="510118" y="1107273"/>
                  </a:cubicBezTo>
                  <a:cubicBezTo>
                    <a:pt x="1086764" y="530627"/>
                    <a:pt x="1669121" y="0"/>
                    <a:pt x="25490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A614510-A9F4-41B6-B78E-F49E390C7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0"/>
              <a:ext cx="5646974" cy="6483075"/>
            </a:xfrm>
            <a:custGeom>
              <a:avLst/>
              <a:gdLst>
                <a:gd name="connsiteX0" fmla="*/ 2405773 w 5646974"/>
                <a:gd name="connsiteY0" fmla="*/ 0 h 6483075"/>
                <a:gd name="connsiteX1" fmla="*/ 5646974 w 5646974"/>
                <a:gd name="connsiteY1" fmla="*/ 3241538 h 6483075"/>
                <a:gd name="connsiteX2" fmla="*/ 2405773 w 5646974"/>
                <a:gd name="connsiteY2" fmla="*/ 6483075 h 6483075"/>
                <a:gd name="connsiteX3" fmla="*/ 113897 w 5646974"/>
                <a:gd name="connsiteY3" fmla="*/ 5533666 h 6483075"/>
                <a:gd name="connsiteX4" fmla="*/ 0 w 5646974"/>
                <a:gd name="connsiteY4" fmla="*/ 5408336 h 6483075"/>
                <a:gd name="connsiteX5" fmla="*/ 0 w 5646974"/>
                <a:gd name="connsiteY5" fmla="*/ 4983659 h 6483075"/>
                <a:gd name="connsiteX6" fmla="*/ 155731 w 5646974"/>
                <a:gd name="connsiteY6" fmla="*/ 5176047 h 6483075"/>
                <a:gd name="connsiteX7" fmla="*/ 1093706 w 5646974"/>
                <a:gd name="connsiteY7" fmla="*/ 5866903 h 6483075"/>
                <a:gd name="connsiteX8" fmla="*/ 1639673 w 5646974"/>
                <a:gd name="connsiteY8" fmla="*/ 6059940 h 6483075"/>
                <a:gd name="connsiteX9" fmla="*/ 1709990 w 5646974"/>
                <a:gd name="connsiteY9" fmla="*/ 6076287 h 6483075"/>
                <a:gd name="connsiteX10" fmla="*/ 1780307 w 5646974"/>
                <a:gd name="connsiteY10" fmla="*/ 6091963 h 6483075"/>
                <a:gd name="connsiteX11" fmla="*/ 1851072 w 5646974"/>
                <a:gd name="connsiteY11" fmla="*/ 6105176 h 6483075"/>
                <a:gd name="connsiteX12" fmla="*/ 1886455 w 5646974"/>
                <a:gd name="connsiteY12" fmla="*/ 6111782 h 6483075"/>
                <a:gd name="connsiteX13" fmla="*/ 1921949 w 5646974"/>
                <a:gd name="connsiteY13" fmla="*/ 6117716 h 6483075"/>
                <a:gd name="connsiteX14" fmla="*/ 2064152 w 5646974"/>
                <a:gd name="connsiteY14" fmla="*/ 6137647 h 6483075"/>
                <a:gd name="connsiteX15" fmla="*/ 2206914 w 5646974"/>
                <a:gd name="connsiteY15" fmla="*/ 6151195 h 6483075"/>
                <a:gd name="connsiteX16" fmla="*/ 2350011 w 5646974"/>
                <a:gd name="connsiteY16" fmla="*/ 6158250 h 6483075"/>
                <a:gd name="connsiteX17" fmla="*/ 2493109 w 5646974"/>
                <a:gd name="connsiteY17" fmla="*/ 6159705 h 6483075"/>
                <a:gd name="connsiteX18" fmla="*/ 2781321 w 5646974"/>
                <a:gd name="connsiteY18" fmla="*/ 6147277 h 6483075"/>
                <a:gd name="connsiteX19" fmla="*/ 3345091 w 5646974"/>
                <a:gd name="connsiteY19" fmla="*/ 6060276 h 6483075"/>
                <a:gd name="connsiteX20" fmla="*/ 3878853 w 5646974"/>
                <a:gd name="connsiteY20" fmla="*/ 5871718 h 6483075"/>
                <a:gd name="connsiteX21" fmla="*/ 4367267 w 5646974"/>
                <a:gd name="connsiteY21" fmla="*/ 5573093 h 6483075"/>
                <a:gd name="connsiteX22" fmla="*/ 4424484 w 5646974"/>
                <a:gd name="connsiteY22" fmla="*/ 5528529 h 6483075"/>
                <a:gd name="connsiteX23" fmla="*/ 4481252 w 5646974"/>
                <a:gd name="connsiteY23" fmla="*/ 5483069 h 6483075"/>
                <a:gd name="connsiteX24" fmla="*/ 4536790 w 5646974"/>
                <a:gd name="connsiteY24" fmla="*/ 5435818 h 6483075"/>
                <a:gd name="connsiteX25" fmla="*/ 4591543 w 5646974"/>
                <a:gd name="connsiteY25" fmla="*/ 5387671 h 6483075"/>
                <a:gd name="connsiteX26" fmla="*/ 4794209 w 5646974"/>
                <a:gd name="connsiteY26" fmla="*/ 5181198 h 6483075"/>
                <a:gd name="connsiteX27" fmla="*/ 4956678 w 5646974"/>
                <a:gd name="connsiteY27" fmla="*/ 4945836 h 6483075"/>
                <a:gd name="connsiteX28" fmla="*/ 4989262 w 5646974"/>
                <a:gd name="connsiteY28" fmla="*/ 4881453 h 6483075"/>
                <a:gd name="connsiteX29" fmla="*/ 5017814 w 5646974"/>
                <a:gd name="connsiteY29" fmla="*/ 4814607 h 6483075"/>
                <a:gd name="connsiteX30" fmla="*/ 5044127 w 5646974"/>
                <a:gd name="connsiteY30" fmla="*/ 4746193 h 6483075"/>
                <a:gd name="connsiteX31" fmla="*/ 5068425 w 5646974"/>
                <a:gd name="connsiteY31" fmla="*/ 4676436 h 6483075"/>
                <a:gd name="connsiteX32" fmla="*/ 5154641 w 5646974"/>
                <a:gd name="connsiteY32" fmla="*/ 4390352 h 6483075"/>
                <a:gd name="connsiteX33" fmla="*/ 5196854 w 5646974"/>
                <a:gd name="connsiteY33" fmla="*/ 4246134 h 6483075"/>
                <a:gd name="connsiteX34" fmla="*/ 5240299 w 5646974"/>
                <a:gd name="connsiteY34" fmla="*/ 4102140 h 6483075"/>
                <a:gd name="connsiteX35" fmla="*/ 5432440 w 5646974"/>
                <a:gd name="connsiteY35" fmla="*/ 3532884 h 6483075"/>
                <a:gd name="connsiteX36" fmla="*/ 5528846 w 5646974"/>
                <a:gd name="connsiteY36" fmla="*/ 2951647 h 6483075"/>
                <a:gd name="connsiteX37" fmla="*/ 5495927 w 5646974"/>
                <a:gd name="connsiteY37" fmla="*/ 2658733 h 6483075"/>
                <a:gd name="connsiteX38" fmla="*/ 5480027 w 5646974"/>
                <a:gd name="connsiteY38" fmla="*/ 2586848 h 6483075"/>
                <a:gd name="connsiteX39" fmla="*/ 5461328 w 5646974"/>
                <a:gd name="connsiteY39" fmla="*/ 2515635 h 6483075"/>
                <a:gd name="connsiteX40" fmla="*/ 5439605 w 5646974"/>
                <a:gd name="connsiteY40" fmla="*/ 2445317 h 6483075"/>
                <a:gd name="connsiteX41" fmla="*/ 5415532 w 5646974"/>
                <a:gd name="connsiteY41" fmla="*/ 2375896 h 6483075"/>
                <a:gd name="connsiteX42" fmla="*/ 5144564 w 5646974"/>
                <a:gd name="connsiteY42" fmla="*/ 1857138 h 6483075"/>
                <a:gd name="connsiteX43" fmla="*/ 4774838 w 5646974"/>
                <a:gd name="connsiteY43" fmla="*/ 1405450 h 6483075"/>
                <a:gd name="connsiteX44" fmla="*/ 4345769 w 5646974"/>
                <a:gd name="connsiteY44" fmla="*/ 1012323 h 6483075"/>
                <a:gd name="connsiteX45" fmla="*/ 4115334 w 5646974"/>
                <a:gd name="connsiteY45" fmla="*/ 841344 h 6483075"/>
                <a:gd name="connsiteX46" fmla="*/ 3874038 w 5646974"/>
                <a:gd name="connsiteY46" fmla="*/ 691528 h 6483075"/>
                <a:gd name="connsiteX47" fmla="*/ 3359535 w 5646974"/>
                <a:gd name="connsiteY47" fmla="*/ 468819 h 6483075"/>
                <a:gd name="connsiteX48" fmla="*/ 2811105 w 5646974"/>
                <a:gd name="connsiteY48" fmla="*/ 366031 h 6483075"/>
                <a:gd name="connsiteX49" fmla="*/ 2741124 w 5646974"/>
                <a:gd name="connsiteY49" fmla="*/ 361440 h 6483075"/>
                <a:gd name="connsiteX50" fmla="*/ 2671030 w 5646974"/>
                <a:gd name="connsiteY50" fmla="*/ 358417 h 6483075"/>
                <a:gd name="connsiteX51" fmla="*/ 2600713 w 5646974"/>
                <a:gd name="connsiteY51" fmla="*/ 357521 h 6483075"/>
                <a:gd name="connsiteX52" fmla="*/ 2531739 w 5646974"/>
                <a:gd name="connsiteY52" fmla="*/ 358529 h 6483075"/>
                <a:gd name="connsiteX53" fmla="*/ 2259988 w 5646974"/>
                <a:gd name="connsiteY53" fmla="*/ 385289 h 6483075"/>
                <a:gd name="connsiteX54" fmla="*/ 1740670 w 5646974"/>
                <a:gd name="connsiteY54" fmla="*/ 553917 h 6483075"/>
                <a:gd name="connsiteX55" fmla="*/ 1264124 w 5646974"/>
                <a:gd name="connsiteY55" fmla="*/ 853549 h 6483075"/>
                <a:gd name="connsiteX56" fmla="*/ 823074 w 5646974"/>
                <a:gd name="connsiteY56" fmla="*/ 1234136 h 6483075"/>
                <a:gd name="connsiteX57" fmla="*/ 715694 w 5646974"/>
                <a:gd name="connsiteY57" fmla="*/ 1336252 h 6483075"/>
                <a:gd name="connsiteX58" fmla="*/ 606859 w 5646974"/>
                <a:gd name="connsiteY58" fmla="*/ 1440945 h 6483075"/>
                <a:gd name="connsiteX59" fmla="*/ 382023 w 5646974"/>
                <a:gd name="connsiteY59" fmla="*/ 1646074 h 6483075"/>
                <a:gd name="connsiteX60" fmla="*/ 158531 w 5646974"/>
                <a:gd name="connsiteY60" fmla="*/ 1843813 h 6483075"/>
                <a:gd name="connsiteX61" fmla="*/ 0 w 5646974"/>
                <a:gd name="connsiteY61" fmla="*/ 1991775 h 6483075"/>
                <a:gd name="connsiteX62" fmla="*/ 0 w 5646974"/>
                <a:gd name="connsiteY62" fmla="*/ 1074740 h 6483075"/>
                <a:gd name="connsiteX63" fmla="*/ 113897 w 5646974"/>
                <a:gd name="connsiteY63" fmla="*/ 949410 h 6483075"/>
                <a:gd name="connsiteX64" fmla="*/ 2405773 w 5646974"/>
                <a:gd name="connsiteY64" fmla="*/ 0 h 6483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5646974" h="6483075">
                  <a:moveTo>
                    <a:pt x="2405773" y="0"/>
                  </a:moveTo>
                  <a:cubicBezTo>
                    <a:pt x="4195841" y="0"/>
                    <a:pt x="5646974" y="1451246"/>
                    <a:pt x="5646974" y="3241538"/>
                  </a:cubicBezTo>
                  <a:cubicBezTo>
                    <a:pt x="5646974" y="5031830"/>
                    <a:pt x="4195841" y="6483075"/>
                    <a:pt x="2405773" y="6483075"/>
                  </a:cubicBezTo>
                  <a:cubicBezTo>
                    <a:pt x="1510739" y="6483075"/>
                    <a:pt x="700439" y="6120264"/>
                    <a:pt x="113897" y="5533666"/>
                  </a:cubicBezTo>
                  <a:lnTo>
                    <a:pt x="0" y="5408336"/>
                  </a:lnTo>
                  <a:lnTo>
                    <a:pt x="0" y="4983659"/>
                  </a:lnTo>
                  <a:lnTo>
                    <a:pt x="155731" y="5176047"/>
                  </a:lnTo>
                  <a:cubicBezTo>
                    <a:pt x="417742" y="5469073"/>
                    <a:pt x="741224" y="5704211"/>
                    <a:pt x="1093706" y="5866903"/>
                  </a:cubicBezTo>
                  <a:cubicBezTo>
                    <a:pt x="1269947" y="5948418"/>
                    <a:pt x="1453018" y="6013137"/>
                    <a:pt x="1639673" y="6059940"/>
                  </a:cubicBezTo>
                  <a:lnTo>
                    <a:pt x="1709990" y="6076287"/>
                  </a:lnTo>
                  <a:cubicBezTo>
                    <a:pt x="1733504" y="6081550"/>
                    <a:pt x="1756570" y="6088156"/>
                    <a:pt x="1780307" y="6091963"/>
                  </a:cubicBezTo>
                  <a:lnTo>
                    <a:pt x="1851072" y="6105176"/>
                  </a:lnTo>
                  <a:lnTo>
                    <a:pt x="1886455" y="6111782"/>
                  </a:lnTo>
                  <a:cubicBezTo>
                    <a:pt x="1898212" y="6114021"/>
                    <a:pt x="1909969" y="6116373"/>
                    <a:pt x="1921949" y="6117716"/>
                  </a:cubicBezTo>
                  <a:cubicBezTo>
                    <a:pt x="1969425" y="6124323"/>
                    <a:pt x="2016676" y="6131489"/>
                    <a:pt x="2064152" y="6137647"/>
                  </a:cubicBezTo>
                  <a:cubicBezTo>
                    <a:pt x="2111851" y="6141790"/>
                    <a:pt x="2159438" y="6146381"/>
                    <a:pt x="2206914" y="6151195"/>
                  </a:cubicBezTo>
                  <a:lnTo>
                    <a:pt x="2350011" y="6158250"/>
                  </a:lnTo>
                  <a:cubicBezTo>
                    <a:pt x="2397711" y="6159593"/>
                    <a:pt x="2445410" y="6159146"/>
                    <a:pt x="2493109" y="6159705"/>
                  </a:cubicBezTo>
                  <a:cubicBezTo>
                    <a:pt x="2589068" y="6158137"/>
                    <a:pt x="2685922" y="6154666"/>
                    <a:pt x="2781321" y="6147277"/>
                  </a:cubicBezTo>
                  <a:cubicBezTo>
                    <a:pt x="2972566" y="6132944"/>
                    <a:pt x="3161348" y="6105288"/>
                    <a:pt x="3345091" y="6060276"/>
                  </a:cubicBezTo>
                  <a:cubicBezTo>
                    <a:pt x="3528834" y="6015375"/>
                    <a:pt x="3707539" y="5952785"/>
                    <a:pt x="3878853" y="5871718"/>
                  </a:cubicBezTo>
                  <a:cubicBezTo>
                    <a:pt x="4050167" y="5790428"/>
                    <a:pt x="4213084" y="5689318"/>
                    <a:pt x="4367267" y="5573093"/>
                  </a:cubicBezTo>
                  <a:lnTo>
                    <a:pt x="4424484" y="5528529"/>
                  </a:lnTo>
                  <a:cubicBezTo>
                    <a:pt x="4443631" y="5513637"/>
                    <a:pt x="4463113" y="5499193"/>
                    <a:pt x="4481252" y="5483069"/>
                  </a:cubicBezTo>
                  <a:lnTo>
                    <a:pt x="4536790" y="5435818"/>
                  </a:lnTo>
                  <a:cubicBezTo>
                    <a:pt x="4555265" y="5419918"/>
                    <a:pt x="4574188" y="5404466"/>
                    <a:pt x="4591543" y="5387671"/>
                  </a:cubicBezTo>
                  <a:cubicBezTo>
                    <a:pt x="4662980" y="5321944"/>
                    <a:pt x="4733074" y="5254650"/>
                    <a:pt x="4794209" y="5181198"/>
                  </a:cubicBezTo>
                  <a:cubicBezTo>
                    <a:pt x="4857808" y="5109089"/>
                    <a:pt x="4910434" y="5029926"/>
                    <a:pt x="4956678" y="4945836"/>
                  </a:cubicBezTo>
                  <a:cubicBezTo>
                    <a:pt x="4967651" y="4924450"/>
                    <a:pt x="4978624" y="4903064"/>
                    <a:pt x="4989262" y="4881453"/>
                  </a:cubicBezTo>
                  <a:lnTo>
                    <a:pt x="5017814" y="4814607"/>
                  </a:lnTo>
                  <a:cubicBezTo>
                    <a:pt x="5027891" y="4792549"/>
                    <a:pt x="5035393" y="4769035"/>
                    <a:pt x="5044127" y="4746193"/>
                  </a:cubicBezTo>
                  <a:cubicBezTo>
                    <a:pt x="5052636" y="4723128"/>
                    <a:pt x="5061146" y="4700174"/>
                    <a:pt x="5068425" y="4676436"/>
                  </a:cubicBezTo>
                  <a:cubicBezTo>
                    <a:pt x="5099552" y="4582717"/>
                    <a:pt x="5126985" y="4486422"/>
                    <a:pt x="5154641" y="4390352"/>
                  </a:cubicBezTo>
                  <a:lnTo>
                    <a:pt x="5196854" y="4246134"/>
                  </a:lnTo>
                  <a:lnTo>
                    <a:pt x="5240299" y="4102140"/>
                  </a:lnTo>
                  <a:cubicBezTo>
                    <a:pt x="5299195" y="3910560"/>
                    <a:pt x="5364697" y="3721330"/>
                    <a:pt x="5432440" y="3532884"/>
                  </a:cubicBezTo>
                  <a:cubicBezTo>
                    <a:pt x="5500294" y="3346902"/>
                    <a:pt x="5533549" y="3148714"/>
                    <a:pt x="5528846" y="2951647"/>
                  </a:cubicBezTo>
                  <a:cubicBezTo>
                    <a:pt x="5526831" y="2853113"/>
                    <a:pt x="5515409" y="2755027"/>
                    <a:pt x="5495927" y="2658733"/>
                  </a:cubicBezTo>
                  <a:cubicBezTo>
                    <a:pt x="5491112" y="2634659"/>
                    <a:pt x="5486297" y="2610585"/>
                    <a:pt x="5480027" y="2586848"/>
                  </a:cubicBezTo>
                  <a:cubicBezTo>
                    <a:pt x="5474205" y="2562998"/>
                    <a:pt x="5468718" y="2539036"/>
                    <a:pt x="5461328" y="2515635"/>
                  </a:cubicBezTo>
                  <a:cubicBezTo>
                    <a:pt x="5454386" y="2492009"/>
                    <a:pt x="5447668" y="2468495"/>
                    <a:pt x="5439605" y="2445317"/>
                  </a:cubicBezTo>
                  <a:cubicBezTo>
                    <a:pt x="5431879" y="2422028"/>
                    <a:pt x="5424378" y="2398738"/>
                    <a:pt x="5415532" y="2375896"/>
                  </a:cubicBezTo>
                  <a:cubicBezTo>
                    <a:pt x="5347790" y="2191817"/>
                    <a:pt x="5254071" y="2018599"/>
                    <a:pt x="5144564" y="1857138"/>
                  </a:cubicBezTo>
                  <a:cubicBezTo>
                    <a:pt x="5034946" y="1695565"/>
                    <a:pt x="4909762" y="1545301"/>
                    <a:pt x="4774838" y="1405450"/>
                  </a:cubicBezTo>
                  <a:cubicBezTo>
                    <a:pt x="4638907" y="1265040"/>
                    <a:pt x="4496145" y="1132131"/>
                    <a:pt x="4345769" y="1012323"/>
                  </a:cubicBezTo>
                  <a:cubicBezTo>
                    <a:pt x="4270749" y="952195"/>
                    <a:pt x="4194273" y="894642"/>
                    <a:pt x="4115334" y="841344"/>
                  </a:cubicBezTo>
                  <a:cubicBezTo>
                    <a:pt x="4037067" y="787263"/>
                    <a:pt x="3956336" y="737548"/>
                    <a:pt x="3874038" y="691528"/>
                  </a:cubicBezTo>
                  <a:cubicBezTo>
                    <a:pt x="3709554" y="599712"/>
                    <a:pt x="3537792" y="523349"/>
                    <a:pt x="3359535" y="468819"/>
                  </a:cubicBezTo>
                  <a:cubicBezTo>
                    <a:pt x="3181278" y="414514"/>
                    <a:pt x="2997311" y="380699"/>
                    <a:pt x="2811105" y="366031"/>
                  </a:cubicBezTo>
                  <a:cubicBezTo>
                    <a:pt x="2787703" y="364575"/>
                    <a:pt x="2764525" y="362448"/>
                    <a:pt x="2741124" y="361440"/>
                  </a:cubicBezTo>
                  <a:lnTo>
                    <a:pt x="2671030" y="358417"/>
                  </a:lnTo>
                  <a:lnTo>
                    <a:pt x="2600713" y="357521"/>
                  </a:lnTo>
                  <a:cubicBezTo>
                    <a:pt x="2577087" y="356961"/>
                    <a:pt x="2554805" y="358305"/>
                    <a:pt x="2531739" y="358529"/>
                  </a:cubicBezTo>
                  <a:cubicBezTo>
                    <a:pt x="2440259" y="360992"/>
                    <a:pt x="2349564" y="370285"/>
                    <a:pt x="2259988" y="385289"/>
                  </a:cubicBezTo>
                  <a:cubicBezTo>
                    <a:pt x="2080723" y="415521"/>
                    <a:pt x="1906945" y="473634"/>
                    <a:pt x="1740670" y="553917"/>
                  </a:cubicBezTo>
                  <a:cubicBezTo>
                    <a:pt x="1574506" y="634647"/>
                    <a:pt x="1415844" y="737100"/>
                    <a:pt x="1264124" y="853549"/>
                  </a:cubicBezTo>
                  <a:cubicBezTo>
                    <a:pt x="1112181" y="969886"/>
                    <a:pt x="966508" y="1099212"/>
                    <a:pt x="823074" y="1234136"/>
                  </a:cubicBezTo>
                  <a:cubicBezTo>
                    <a:pt x="787131" y="1267951"/>
                    <a:pt x="751413" y="1301990"/>
                    <a:pt x="715694" y="1336252"/>
                  </a:cubicBezTo>
                  <a:lnTo>
                    <a:pt x="606859" y="1440945"/>
                  </a:lnTo>
                  <a:cubicBezTo>
                    <a:pt x="532623" y="1511374"/>
                    <a:pt x="457267" y="1579452"/>
                    <a:pt x="382023" y="1646074"/>
                  </a:cubicBezTo>
                  <a:lnTo>
                    <a:pt x="158531" y="1843813"/>
                  </a:lnTo>
                  <a:lnTo>
                    <a:pt x="0" y="1991775"/>
                  </a:lnTo>
                  <a:lnTo>
                    <a:pt x="0" y="1074740"/>
                  </a:lnTo>
                  <a:lnTo>
                    <a:pt x="113897" y="949410"/>
                  </a:lnTo>
                  <a:cubicBezTo>
                    <a:pt x="700439" y="362812"/>
                    <a:pt x="1510739" y="0"/>
                    <a:pt x="240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74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154AB51-473F-60D8-304A-717F5D696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053641"/>
            <a:ext cx="3669161" cy="2760098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chemeClr val="tx2"/>
                </a:solidFill>
              </a:rPr>
              <a:t>Nice-to-Have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E3681D-8ABD-7B1B-1C9F-D9C669153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801866"/>
            <a:ext cx="5306084" cy="5230634"/>
          </a:xfrm>
          <a:noFill/>
          <a:ln>
            <a:noFill/>
          </a:ln>
        </p:spPr>
        <p:txBody>
          <a:bodyPr anchor="ctr">
            <a:normAutofit/>
          </a:bodyPr>
          <a:lstStyle/>
          <a:p>
            <a:r>
              <a:rPr lang="de-DE" sz="2400" dirty="0">
                <a:solidFill>
                  <a:schemeClr val="tx2"/>
                </a:solidFill>
              </a:rPr>
              <a:t>SLA </a:t>
            </a:r>
            <a:r>
              <a:rPr lang="de-DE" sz="2400" dirty="0" err="1">
                <a:solidFill>
                  <a:schemeClr val="tx2"/>
                </a:solidFill>
              </a:rPr>
              <a:t>tracking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for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deadlines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</a:p>
          <a:p>
            <a:r>
              <a:rPr lang="de-DE" sz="2400" dirty="0">
                <a:solidFill>
                  <a:schemeClr val="tx2"/>
                </a:solidFill>
              </a:rPr>
              <a:t>Task </a:t>
            </a:r>
            <a:r>
              <a:rPr lang="de-DE" sz="2400" dirty="0" err="1">
                <a:solidFill>
                  <a:schemeClr val="tx2"/>
                </a:solidFill>
              </a:rPr>
              <a:t>escalation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system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</a:p>
          <a:p>
            <a:r>
              <a:rPr lang="de-DE" sz="2400" dirty="0">
                <a:solidFill>
                  <a:schemeClr val="tx2"/>
                </a:solidFill>
              </a:rPr>
              <a:t>Email </a:t>
            </a:r>
            <a:r>
              <a:rPr lang="de-DE" sz="2400" dirty="0" err="1">
                <a:solidFill>
                  <a:schemeClr val="tx2"/>
                </a:solidFill>
              </a:rPr>
              <a:t>notifications</a:t>
            </a:r>
            <a:r>
              <a:rPr lang="de-DE" sz="2400" dirty="0">
                <a:solidFill>
                  <a:schemeClr val="tx2"/>
                </a:solidFill>
              </a:rPr>
              <a:t> ( on </a:t>
            </a:r>
            <a:r>
              <a:rPr lang="de-DE" sz="2400" dirty="0" err="1">
                <a:solidFill>
                  <a:schemeClr val="tx2"/>
                </a:solidFill>
              </a:rPr>
              <a:t>task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creations</a:t>
            </a:r>
            <a:r>
              <a:rPr lang="de-DE" sz="2400" dirty="0">
                <a:solidFill>
                  <a:schemeClr val="tx2"/>
                </a:solidFill>
              </a:rPr>
              <a:t> / </a:t>
            </a:r>
            <a:r>
              <a:rPr lang="de-DE" sz="2400" dirty="0" err="1">
                <a:solidFill>
                  <a:schemeClr val="tx2"/>
                </a:solidFill>
              </a:rPr>
              <a:t>updates</a:t>
            </a:r>
            <a:r>
              <a:rPr lang="de-DE" sz="2400" dirty="0">
                <a:solidFill>
                  <a:schemeClr val="tx2"/>
                </a:solidFill>
              </a:rPr>
              <a:t> )</a:t>
            </a:r>
          </a:p>
          <a:p>
            <a:r>
              <a:rPr lang="de-DE" sz="2400" dirty="0">
                <a:solidFill>
                  <a:schemeClr val="tx2"/>
                </a:solidFill>
              </a:rPr>
              <a:t>Mini </a:t>
            </a:r>
            <a:r>
              <a:rPr lang="de-DE" sz="2400" dirty="0" err="1">
                <a:solidFill>
                  <a:schemeClr val="tx2"/>
                </a:solidFill>
              </a:rPr>
              <a:t>Calende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view</a:t>
            </a:r>
            <a:endParaRPr lang="de-DE" sz="2400" dirty="0">
              <a:solidFill>
                <a:schemeClr val="tx2"/>
              </a:solidFill>
            </a:endParaRPr>
          </a:p>
          <a:p>
            <a:r>
              <a:rPr lang="de-DE" sz="2400" dirty="0" err="1">
                <a:solidFill>
                  <a:schemeClr val="tx2"/>
                </a:solidFill>
              </a:rPr>
              <a:t>Activity</a:t>
            </a:r>
            <a:r>
              <a:rPr lang="de-DE" sz="2400" dirty="0">
                <a:solidFill>
                  <a:schemeClr val="tx2"/>
                </a:solidFill>
              </a:rPr>
              <a:t> </a:t>
            </a:r>
            <a:r>
              <a:rPr lang="de-DE" sz="2400" dirty="0" err="1">
                <a:solidFill>
                  <a:schemeClr val="tx2"/>
                </a:solidFill>
              </a:rPr>
              <a:t>history</a:t>
            </a:r>
            <a:r>
              <a:rPr lang="de-DE" sz="2400" dirty="0">
                <a:solidFill>
                  <a:schemeClr val="tx2"/>
                </a:solidFill>
              </a:rPr>
              <a:t> ( </a:t>
            </a:r>
            <a:r>
              <a:rPr lang="de-DE" sz="2400" dirty="0" err="1">
                <a:solidFill>
                  <a:schemeClr val="tx2"/>
                </a:solidFill>
              </a:rPr>
              <a:t>audit</a:t>
            </a:r>
            <a:r>
              <a:rPr lang="de-DE" sz="2400" dirty="0">
                <a:solidFill>
                  <a:schemeClr val="tx2"/>
                </a:solidFill>
              </a:rPr>
              <a:t> log)</a:t>
            </a:r>
          </a:p>
          <a:p>
            <a:r>
              <a:rPr lang="de-DE" sz="2400" dirty="0">
                <a:solidFill>
                  <a:schemeClr val="tx2"/>
                </a:solidFill>
              </a:rPr>
              <a:t>Real-time </a:t>
            </a:r>
            <a:r>
              <a:rPr lang="de-DE" sz="2400" dirty="0" err="1">
                <a:solidFill>
                  <a:schemeClr val="tx2"/>
                </a:solidFill>
              </a:rPr>
              <a:t>chat</a:t>
            </a:r>
            <a:endParaRPr lang="de-DE" sz="2400" dirty="0">
              <a:solidFill>
                <a:schemeClr val="tx2"/>
              </a:solidFill>
            </a:endParaRPr>
          </a:p>
          <a:p>
            <a:r>
              <a:rPr lang="de-DE" sz="2400" dirty="0">
                <a:solidFill>
                  <a:schemeClr val="tx2"/>
                </a:solidFill>
              </a:rPr>
              <a:t>AI-Chatbot </a:t>
            </a:r>
            <a:r>
              <a:rPr lang="de-DE" sz="2400" dirty="0" err="1">
                <a:solidFill>
                  <a:schemeClr val="tx2"/>
                </a:solidFill>
              </a:rPr>
              <a:t>assistant</a:t>
            </a:r>
            <a:endParaRPr lang="de-DE" sz="2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2104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8382BFC-62E9-DD36-95BE-D179209C3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chemeClr val="tx2"/>
                </a:solidFill>
              </a:rPr>
              <a:t>Summary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6566969-F813-4CC5-B3E9-363D85B55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881264" y="-5116"/>
            <a:ext cx="3318648" cy="2490264"/>
            <a:chOff x="-305" y="-1"/>
            <a:chExt cx="3832880" cy="287613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F8CF66C-45E2-456B-92B0-9E97A331D1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65D590E-D70D-4D25-B853-D5208F2AA3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231501E-3F84-4705-A001-13995FA688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52617E4-47FD-4C38-8F70-93BF9B12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17D733-97B6-4C43-AF0C-5E3CB0EA1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07887"/>
            <a:ext cx="2605762" cy="2252847"/>
            <a:chOff x="-305" y="-4155"/>
            <a:chExt cx="2514948" cy="2174333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D288266-7E76-4D4A-BAAC-E233FA013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697F88A-8624-4BA2-AF06-E6C3A52F0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CA77163-C052-481C-9DCF-68C23ACAB3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02B425B5-0A0E-4B85-B718-E5DA73431A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25" name="Inhaltsplatzhalter 2">
            <a:extLst>
              <a:ext uri="{FF2B5EF4-FFF2-40B4-BE49-F238E27FC236}">
                <a16:creationId xmlns:a16="http://schemas.microsoft.com/office/drawing/2014/main" id="{0FF4DDF6-DF7C-1D03-64CC-1CDAB85049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2882"/>
              </p:ext>
            </p:extLst>
          </p:nvPr>
        </p:nvGraphicFramePr>
        <p:xfrm>
          <a:off x="1036320" y="2560320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18809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218</Words>
  <Application>Microsoft Office PowerPoint</Application>
  <PresentationFormat>Breitbild</PresentationFormat>
  <Paragraphs>54</Paragraphs>
  <Slides>12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</vt:lpstr>
      <vt:lpstr>Webservice – Task Board</vt:lpstr>
      <vt:lpstr>Task Board (Mini Jira)</vt:lpstr>
      <vt:lpstr>Use Case – Project Member</vt:lpstr>
      <vt:lpstr>Use Case – Project Manager</vt:lpstr>
      <vt:lpstr>Use Case – Project Manager</vt:lpstr>
      <vt:lpstr>Core Feature Ideas (Must Haves)</vt:lpstr>
      <vt:lpstr>Task Management Features</vt:lpstr>
      <vt:lpstr>Search &amp; Filtering</vt:lpstr>
      <vt:lpstr>Project Dashboard</vt:lpstr>
      <vt:lpstr>Authentication</vt:lpstr>
      <vt:lpstr>Nice-to-Have Features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Brecheisen, Quirin</dc:creator>
  <cp:lastModifiedBy>Brecheisen, Quirin</cp:lastModifiedBy>
  <cp:revision>2</cp:revision>
  <dcterms:created xsi:type="dcterms:W3CDTF">2026-03-29T08:21:49Z</dcterms:created>
  <dcterms:modified xsi:type="dcterms:W3CDTF">2026-04-04T14:15:23Z</dcterms:modified>
</cp:coreProperties>
</file>