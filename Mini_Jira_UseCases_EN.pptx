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notesSlides/notesSlide5.xml" ContentType="application/vnd.openxmlformats-officedocument.presentationml.notes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973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8487083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976426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2331299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5581242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22187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7814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332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09266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1979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566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82435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9374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6413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2535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4945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7705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2013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584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29547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8779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0200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2842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1202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2B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852249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680768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448286677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662666728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203418362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32566887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665329275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Mini Jira</a:t>
            </a:r>
            <a:endParaRPr lang="en-US" sz="5200"/>
          </a:p>
        </p:txBody>
      </p:sp>
      <p:sp>
        <p:nvSpPr>
          <p:cNvPr id="2140552583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1889147496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9931856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810590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99003575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1058891386" name="Shape 2"/>
          <p:cNvSpPr/>
          <p:nvPr/>
        </p:nvSpPr>
        <p:spPr bwMode="auto">
          <a:xfrm>
            <a:off x="274320" y="822960"/>
            <a:ext cx="2834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712102035" name="Shape 3"/>
          <p:cNvSpPr/>
          <p:nvPr/>
        </p:nvSpPr>
        <p:spPr bwMode="auto">
          <a:xfrm>
            <a:off x="274320" y="822960"/>
            <a:ext cx="283464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2107296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76993789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1356208621" name="Text 5"/>
          <p:cNvSpPr/>
          <p:nvPr/>
        </p:nvSpPr>
        <p:spPr bwMode="auto">
          <a:xfrm>
            <a:off x="2743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1212405915" name="Text 6"/>
          <p:cNvSpPr/>
          <p:nvPr/>
        </p:nvSpPr>
        <p:spPr bwMode="auto">
          <a:xfrm>
            <a:off x="411480" y="1966361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1683548471" name="Shape 7"/>
          <p:cNvSpPr/>
          <p:nvPr/>
        </p:nvSpPr>
        <p:spPr bwMode="auto">
          <a:xfrm>
            <a:off x="640080" y="2517071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7781694" name="Shape 10"/>
          <p:cNvSpPr/>
          <p:nvPr/>
        </p:nvSpPr>
        <p:spPr bwMode="auto">
          <a:xfrm>
            <a:off x="457200" y="3057401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35126226" name="Text 11"/>
          <p:cNvSpPr/>
          <p:nvPr/>
        </p:nvSpPr>
        <p:spPr bwMode="auto">
          <a:xfrm>
            <a:off x="603504" y="295224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25655428" name="Shape 12"/>
          <p:cNvSpPr/>
          <p:nvPr/>
        </p:nvSpPr>
        <p:spPr bwMode="auto">
          <a:xfrm>
            <a:off x="457200" y="3359153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55043483" name="Text 13"/>
          <p:cNvSpPr/>
          <p:nvPr/>
        </p:nvSpPr>
        <p:spPr bwMode="auto">
          <a:xfrm>
            <a:off x="603504" y="3253997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479743291" name="Shape 14"/>
          <p:cNvSpPr/>
          <p:nvPr/>
        </p:nvSpPr>
        <p:spPr bwMode="auto">
          <a:xfrm>
            <a:off x="457200" y="3660905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44214785" name="Text 15"/>
          <p:cNvSpPr/>
          <p:nvPr/>
        </p:nvSpPr>
        <p:spPr bwMode="auto">
          <a:xfrm>
            <a:off x="603504" y="3555749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1401227986" name="Shape 16"/>
          <p:cNvSpPr/>
          <p:nvPr/>
        </p:nvSpPr>
        <p:spPr bwMode="auto">
          <a:xfrm>
            <a:off x="457200" y="3962657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31456024" name="Text 17"/>
          <p:cNvSpPr/>
          <p:nvPr/>
        </p:nvSpPr>
        <p:spPr bwMode="auto">
          <a:xfrm>
            <a:off x="603504" y="3857501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1560349673" name="Shape 18"/>
          <p:cNvSpPr/>
          <p:nvPr/>
        </p:nvSpPr>
        <p:spPr bwMode="auto">
          <a:xfrm>
            <a:off x="457200" y="4264409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23400204" name="Text 19"/>
          <p:cNvSpPr/>
          <p:nvPr/>
        </p:nvSpPr>
        <p:spPr bwMode="auto">
          <a:xfrm>
            <a:off x="603504" y="4159253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342311925" name="Shape 20"/>
          <p:cNvSpPr/>
          <p:nvPr/>
        </p:nvSpPr>
        <p:spPr bwMode="auto">
          <a:xfrm>
            <a:off x="3246120" y="822960"/>
            <a:ext cx="2834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01799166" name="Shape 21"/>
          <p:cNvSpPr/>
          <p:nvPr/>
        </p:nvSpPr>
        <p:spPr bwMode="auto">
          <a:xfrm>
            <a:off x="3246120" y="822960"/>
            <a:ext cx="283464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97199729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102522932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1505281914" name="Text 23"/>
          <p:cNvSpPr/>
          <p:nvPr/>
        </p:nvSpPr>
        <p:spPr bwMode="auto">
          <a:xfrm>
            <a:off x="32461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1528761150" name="Text 24"/>
          <p:cNvSpPr/>
          <p:nvPr/>
        </p:nvSpPr>
        <p:spPr bwMode="auto">
          <a:xfrm>
            <a:off x="3383280" y="1966361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687515438" name="Shape 25"/>
          <p:cNvSpPr/>
          <p:nvPr/>
        </p:nvSpPr>
        <p:spPr bwMode="auto">
          <a:xfrm>
            <a:off x="3611880" y="2517071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16991147" name="Shape 26"/>
          <p:cNvSpPr/>
          <p:nvPr/>
        </p:nvSpPr>
        <p:spPr bwMode="auto">
          <a:xfrm>
            <a:off x="3429000" y="2755649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83074492" name="Text 27"/>
          <p:cNvSpPr/>
          <p:nvPr/>
        </p:nvSpPr>
        <p:spPr bwMode="auto">
          <a:xfrm>
            <a:off x="3575303" y="2650493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263140652" name="Shape 28"/>
          <p:cNvSpPr/>
          <p:nvPr/>
        </p:nvSpPr>
        <p:spPr bwMode="auto">
          <a:xfrm>
            <a:off x="3429000" y="3057401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14050719" name="Text 29"/>
          <p:cNvSpPr/>
          <p:nvPr/>
        </p:nvSpPr>
        <p:spPr bwMode="auto">
          <a:xfrm>
            <a:off x="3575303" y="295224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698630010" name="Shape 36"/>
          <p:cNvSpPr/>
          <p:nvPr/>
        </p:nvSpPr>
        <p:spPr bwMode="auto">
          <a:xfrm>
            <a:off x="6217920" y="822960"/>
            <a:ext cx="2834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825444651" name="Shape 37"/>
          <p:cNvSpPr/>
          <p:nvPr/>
        </p:nvSpPr>
        <p:spPr bwMode="auto">
          <a:xfrm>
            <a:off x="6217920" y="822960"/>
            <a:ext cx="2834640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778056677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pic>
        <p:nvPicPr>
          <p:cNvPr id="1453544163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1278188704" name="Text 39"/>
          <p:cNvSpPr/>
          <p:nvPr/>
        </p:nvSpPr>
        <p:spPr bwMode="auto">
          <a:xfrm>
            <a:off x="62179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2139831192" name="Text 40"/>
          <p:cNvSpPr/>
          <p:nvPr/>
        </p:nvSpPr>
        <p:spPr bwMode="auto">
          <a:xfrm>
            <a:off x="6355080" y="1966361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2065044597" name="Shape 41"/>
          <p:cNvSpPr/>
          <p:nvPr/>
        </p:nvSpPr>
        <p:spPr bwMode="auto">
          <a:xfrm>
            <a:off x="6583680" y="2517071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3119705" name="Shape 42"/>
          <p:cNvSpPr/>
          <p:nvPr/>
        </p:nvSpPr>
        <p:spPr bwMode="auto">
          <a:xfrm>
            <a:off x="6400800" y="2755649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422279102" name="Text 43"/>
          <p:cNvSpPr/>
          <p:nvPr/>
        </p:nvSpPr>
        <p:spPr bwMode="auto">
          <a:xfrm>
            <a:off x="6547104" y="2650493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1469051467" name=""/>
          <p:cNvGrpSpPr/>
          <p:nvPr/>
        </p:nvGrpSpPr>
        <p:grpSpPr bwMode="auto">
          <a:xfrm>
            <a:off x="457199" y="2650493"/>
            <a:ext cx="2523744" cy="301752"/>
            <a:chOff x="0" y="0"/>
            <a:chExt cx="2523744" cy="301752"/>
          </a:xfrm>
        </p:grpSpPr>
        <p:sp>
          <p:nvSpPr>
            <p:cNvPr id="741594809" name="Shape 8"/>
            <p:cNvSpPr/>
            <p:nvPr/>
          </p:nvSpPr>
          <p:spPr bwMode="auto">
            <a:xfrm>
              <a:off x="0" y="105155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61571879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1691021062" name="Shape 18"/>
          <p:cNvSpPr/>
          <p:nvPr/>
        </p:nvSpPr>
        <p:spPr bwMode="auto">
          <a:xfrm>
            <a:off x="457200" y="4566161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56516776" name="Text 19"/>
          <p:cNvSpPr/>
          <p:nvPr/>
        </p:nvSpPr>
        <p:spPr bwMode="auto">
          <a:xfrm>
            <a:off x="603504" y="446100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102904067" name="Text 29"/>
          <p:cNvSpPr/>
          <p:nvPr/>
        </p:nvSpPr>
        <p:spPr bwMode="auto">
          <a:xfrm>
            <a:off x="6547104" y="2952245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1806457475" name="Shape 28"/>
          <p:cNvSpPr/>
          <p:nvPr/>
        </p:nvSpPr>
        <p:spPr bwMode="auto">
          <a:xfrm>
            <a:off x="6400800" y="3057401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2200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31004540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54937020" name="Shape 4"/>
          <p:cNvSpPr/>
          <p:nvPr/>
        </p:nvSpPr>
        <p:spPr bwMode="auto">
          <a:xfrm flipH="0" flipV="0"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76704009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98579848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994625162" name="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1318781646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</p:sp>
        <p:pic>
          <p:nvPicPr>
            <p:cNvPr id="2032669314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610778660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839864385" name="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1640545431" name="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 flipH="0" flipV="0"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1516357152" name="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524067782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56707634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80046120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991265597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270561963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052466958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19491922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30659048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91832387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853021858" name="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1354808675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1905802386" name="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528011123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85069085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475242618" name="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1979211759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9215350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1481382763" name=""/>
          <p:cNvGrpSpPr/>
          <p:nvPr/>
        </p:nvGrpSpPr>
        <p:grpSpPr bwMode="auto">
          <a:xfrm>
            <a:off x="367146" y="2090737"/>
            <a:ext cx="1965960" cy="274320"/>
            <a:chOff x="0" y="0"/>
            <a:chExt cx="1965960" cy="274320"/>
          </a:xfrm>
        </p:grpSpPr>
        <p:sp>
          <p:nvSpPr>
            <p:cNvPr id="842049231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579543859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694491866" name="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666204305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42410550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1902586624" name="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170889210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867616056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116250813" name="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1572254292" name="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285733524" name="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1552724000" name="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251674757" name="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sp>
        <p:nvSpPr>
          <p:cNvPr id="445543096" name="Shape 29"/>
          <p:cNvSpPr/>
          <p:nvPr/>
        </p:nvSpPr>
        <p:spPr bwMode="auto">
          <a:xfrm flipH="0" flipV="0"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493013716" name="Shape 29"/>
          <p:cNvSpPr/>
          <p:nvPr/>
        </p:nvSpPr>
        <p:spPr bwMode="auto">
          <a:xfrm flipH="0" flipV="1">
            <a:off x="4915111" y="1804892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7726091" name="Shape 29"/>
          <p:cNvSpPr/>
          <p:nvPr/>
        </p:nvSpPr>
        <p:spPr bwMode="auto">
          <a:xfrm flipH="0" flipV="0"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062731692" name="Shape 29"/>
          <p:cNvSpPr/>
          <p:nvPr/>
        </p:nvSpPr>
        <p:spPr bwMode="auto">
          <a:xfrm flipH="1" flipV="0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125952822" name="Shape 29"/>
          <p:cNvSpPr/>
          <p:nvPr/>
        </p:nvSpPr>
        <p:spPr bwMode="auto">
          <a:xfrm flipH="0" flipV="0"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502915624" name="Shape 29"/>
          <p:cNvSpPr/>
          <p:nvPr/>
        </p:nvSpPr>
        <p:spPr bwMode="auto">
          <a:xfrm flipH="0" flipV="1">
            <a:off x="2395728" y="1846040"/>
            <a:ext cx="1088264" cy="0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116320098" name="Shape 29"/>
          <p:cNvSpPr/>
          <p:nvPr/>
        </p:nvSpPr>
        <p:spPr bwMode="auto">
          <a:xfrm flipH="0" flipV="1">
            <a:off x="1212306" y="893469"/>
            <a:ext cx="6783028" cy="62819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1858704479" name="Shape 29"/>
          <p:cNvSpPr/>
          <p:nvPr/>
        </p:nvSpPr>
        <p:spPr bwMode="auto">
          <a:xfrm flipH="0" flipV="1">
            <a:off x="7995335" y="893469"/>
            <a:ext cx="0" cy="138754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  <p:sp>
        <p:nvSpPr>
          <p:cNvPr id="728849769" name="Shape 29"/>
          <p:cNvSpPr/>
          <p:nvPr/>
        </p:nvSpPr>
        <p:spPr bwMode="auto">
          <a:xfrm flipH="1" flipV="1">
            <a:off x="1212306" y="956289"/>
            <a:ext cx="0" cy="152398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142647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5602769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154671945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87903545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1934465282" name="Shape 29"/>
          <p:cNvSpPr/>
          <p:nvPr/>
        </p:nvSpPr>
        <p:spPr bwMode="auto">
          <a:xfrm flipH="0"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735815316" name="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850870967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</p:sp>
        <p:pic>
          <p:nvPicPr>
            <p:cNvPr id="1429118464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1550325664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36681381" name="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208706841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291818101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21110501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39705011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571470124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064008261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988361401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1957263967" name="Shape 29"/>
          <p:cNvSpPr/>
          <p:nvPr/>
        </p:nvSpPr>
        <p:spPr bwMode="auto">
          <a:xfrm flipH="0" flipV="0"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695027189" name="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192413400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82379806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08857417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896674806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219346311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326596751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1542093425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  <p:sp>
        <p:nvSpPr>
          <p:cNvPr id="572453217" name="Shape 29"/>
          <p:cNvSpPr/>
          <p:nvPr/>
        </p:nvSpPr>
        <p:spPr bwMode="auto">
          <a:xfrm flipH="0" flipV="0">
            <a:off x="3029067" y="2238930"/>
            <a:ext cx="2942798" cy="0"/>
          </a:xfrm>
          <a:prstGeom prst="line">
            <a:avLst/>
          </a:prstGeom>
          <a:noFill/>
          <a:ln w="15240">
            <a:solidFill>
              <a:schemeClr val="tx1">
                <a:lumMod val="50196"/>
                <a:lumOff val="49804"/>
              </a:schemeClr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2538122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81560710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1398344885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338305532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303881977" name="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797020859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</p:sp>
        <p:pic>
          <p:nvPicPr>
            <p:cNvPr id="12375591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113143322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grpSp>
        <p:nvGrpSpPr>
          <p:cNvPr id="757432676" name=""/>
          <p:cNvGrpSpPr/>
          <p:nvPr/>
        </p:nvGrpSpPr>
        <p:grpSpPr bwMode="auto">
          <a:xfrm>
            <a:off x="870746" y="1449884"/>
            <a:ext cx="2199297" cy="733042"/>
            <a:chOff x="0" y="0"/>
            <a:chExt cx="2199297" cy="733042"/>
          </a:xfrm>
        </p:grpSpPr>
        <p:sp>
          <p:nvSpPr>
            <p:cNvPr id="235918986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393808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207508206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130213985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96653357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Create/delete user</a:t>
              </a:r>
              <a:endParaRPr sz="1100"/>
            </a:p>
          </p:txBody>
        </p:sp>
      </p:grpSp>
      <p:sp>
        <p:nvSpPr>
          <p:cNvPr id="1133814419" name="Shape 29"/>
          <p:cNvSpPr/>
          <p:nvPr/>
        </p:nvSpPr>
        <p:spPr bwMode="auto">
          <a:xfrm flipH="0" flipV="0">
            <a:off x="1972404" y="2181402"/>
            <a:ext cx="2312445" cy="1460575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609590487" name="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548506516" name="Shape 29"/>
          <p:cNvSpPr/>
          <p:nvPr/>
        </p:nvSpPr>
        <p:spPr bwMode="auto">
          <a:xfrm flipH="1" flipV="0">
            <a:off x="4872462" y="2181402"/>
            <a:ext cx="1955040" cy="1460575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34278546" name="Shape 29"/>
          <p:cNvSpPr/>
          <p:nvPr/>
        </p:nvSpPr>
        <p:spPr bwMode="auto">
          <a:xfrm flipH="1" flipV="1">
            <a:off x="3070044" y="1795831"/>
            <a:ext cx="2659776" cy="0"/>
          </a:xfrm>
          <a:prstGeom prst="line">
            <a:avLst/>
          </a:prstGeom>
          <a:noFill/>
          <a:ln w="15240">
            <a:solidFill>
              <a:srgbClr val="7F7F7F"/>
            </a:solidFill>
            <a:prstDash val="dash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848488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72651422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Permissions Matrix</a:t>
            </a:r>
            <a:endParaRPr lang="en-US" sz="2200"/>
          </a:p>
        </p:txBody>
      </p:sp>
      <p:sp>
        <p:nvSpPr>
          <p:cNvPr id="572881692" name="Shape 2"/>
          <p:cNvSpPr/>
          <p:nvPr/>
        </p:nvSpPr>
        <p:spPr bwMode="auto">
          <a:xfrm>
            <a:off x="274320" y="749808"/>
            <a:ext cx="466344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82671192" name="Text 3"/>
          <p:cNvSpPr/>
          <p:nvPr/>
        </p:nvSpPr>
        <p:spPr bwMode="auto">
          <a:xfrm>
            <a:off x="320040" y="7498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/ Use Case</a:t>
            </a:r>
            <a:endParaRPr lang="en-US" sz="1100"/>
          </a:p>
        </p:txBody>
      </p:sp>
      <p:sp>
        <p:nvSpPr>
          <p:cNvPr id="1723390461" name="Shape 4"/>
          <p:cNvSpPr/>
          <p:nvPr/>
        </p:nvSpPr>
        <p:spPr bwMode="auto">
          <a:xfrm>
            <a:off x="5074920" y="749808"/>
            <a:ext cx="132588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74248766" name="Text 5"/>
          <p:cNvSpPr/>
          <p:nvPr/>
        </p:nvSpPr>
        <p:spPr bwMode="auto">
          <a:xfrm>
            <a:off x="5120640" y="749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Member</a:t>
            </a:r>
            <a:endParaRPr lang="en-US" sz="1100"/>
          </a:p>
        </p:txBody>
      </p:sp>
      <p:sp>
        <p:nvSpPr>
          <p:cNvPr id="157738131" name="Shape 6"/>
          <p:cNvSpPr/>
          <p:nvPr/>
        </p:nvSpPr>
        <p:spPr bwMode="auto">
          <a:xfrm>
            <a:off x="6537960" y="749808"/>
            <a:ext cx="1325880" cy="34747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29461461" name="Text 7"/>
          <p:cNvSpPr/>
          <p:nvPr/>
        </p:nvSpPr>
        <p:spPr bwMode="auto">
          <a:xfrm>
            <a:off x="6583680" y="749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Manager</a:t>
            </a:r>
            <a:endParaRPr lang="en-US" sz="1100"/>
          </a:p>
        </p:txBody>
      </p:sp>
      <p:sp>
        <p:nvSpPr>
          <p:cNvPr id="413596428" name="Shape 8"/>
          <p:cNvSpPr/>
          <p:nvPr/>
        </p:nvSpPr>
        <p:spPr bwMode="auto">
          <a:xfrm>
            <a:off x="8001000" y="749808"/>
            <a:ext cx="1325880" cy="347472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081373017" name="Text 9"/>
          <p:cNvSpPr/>
          <p:nvPr/>
        </p:nvSpPr>
        <p:spPr bwMode="auto">
          <a:xfrm>
            <a:off x="8046720" y="749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100"/>
          </a:p>
        </p:txBody>
      </p:sp>
      <p:sp>
        <p:nvSpPr>
          <p:cNvPr id="969190734" name="Shape 10"/>
          <p:cNvSpPr/>
          <p:nvPr/>
        </p:nvSpPr>
        <p:spPr bwMode="auto">
          <a:xfrm>
            <a:off x="274320" y="1115568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47398649" name="Text 11"/>
          <p:cNvSpPr/>
          <p:nvPr/>
        </p:nvSpPr>
        <p:spPr bwMode="auto">
          <a:xfrm>
            <a:off x="347472" y="11155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/ edit / delete tasks</a:t>
            </a:r>
            <a:endParaRPr lang="en-US" sz="1000"/>
          </a:p>
        </p:txBody>
      </p:sp>
      <p:sp>
        <p:nvSpPr>
          <p:cNvPr id="1427651682" name="Shape 12"/>
          <p:cNvSpPr/>
          <p:nvPr/>
        </p:nvSpPr>
        <p:spPr bwMode="auto">
          <a:xfrm>
            <a:off x="5628132" y="1175004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88814860" name="Text 13"/>
          <p:cNvSpPr/>
          <p:nvPr/>
        </p:nvSpPr>
        <p:spPr bwMode="auto">
          <a:xfrm>
            <a:off x="5628132" y="11750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317651676" name="Shape 14"/>
          <p:cNvSpPr/>
          <p:nvPr/>
        </p:nvSpPr>
        <p:spPr bwMode="auto">
          <a:xfrm>
            <a:off x="7091172" y="1175004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54939220" name="Text 15"/>
          <p:cNvSpPr/>
          <p:nvPr/>
        </p:nvSpPr>
        <p:spPr bwMode="auto">
          <a:xfrm>
            <a:off x="7091172" y="11750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471236501" name="Shape 16"/>
          <p:cNvSpPr/>
          <p:nvPr/>
        </p:nvSpPr>
        <p:spPr bwMode="auto">
          <a:xfrm>
            <a:off x="8554212" y="1175004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954509956" name="Text 17"/>
          <p:cNvSpPr/>
          <p:nvPr/>
        </p:nvSpPr>
        <p:spPr bwMode="auto">
          <a:xfrm>
            <a:off x="8554212" y="11750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63135272" name="Shape 18"/>
          <p:cNvSpPr/>
          <p:nvPr/>
        </p:nvSpPr>
        <p:spPr bwMode="auto">
          <a:xfrm>
            <a:off x="274320" y="1453896"/>
            <a:ext cx="859536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24836105" name="Text 19"/>
          <p:cNvSpPr/>
          <p:nvPr/>
        </p:nvSpPr>
        <p:spPr bwMode="auto">
          <a:xfrm>
            <a:off x="347472" y="145389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status &amp; priority</a:t>
            </a:r>
            <a:endParaRPr lang="en-US" sz="1000"/>
          </a:p>
        </p:txBody>
      </p:sp>
      <p:sp>
        <p:nvSpPr>
          <p:cNvPr id="708237140" name="Shape 20"/>
          <p:cNvSpPr/>
          <p:nvPr/>
        </p:nvSpPr>
        <p:spPr bwMode="auto">
          <a:xfrm>
            <a:off x="5628132" y="1513332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72670792" name="Text 21"/>
          <p:cNvSpPr/>
          <p:nvPr/>
        </p:nvSpPr>
        <p:spPr bwMode="auto">
          <a:xfrm>
            <a:off x="5628132" y="15133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526640733" name="Shape 22"/>
          <p:cNvSpPr/>
          <p:nvPr/>
        </p:nvSpPr>
        <p:spPr bwMode="auto">
          <a:xfrm>
            <a:off x="7091172" y="1513332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37706270" name="Text 23"/>
          <p:cNvSpPr/>
          <p:nvPr/>
        </p:nvSpPr>
        <p:spPr bwMode="auto">
          <a:xfrm>
            <a:off x="7091172" y="15133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66129878" name="Shape 24"/>
          <p:cNvSpPr/>
          <p:nvPr/>
        </p:nvSpPr>
        <p:spPr bwMode="auto">
          <a:xfrm>
            <a:off x="8554212" y="1513332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11533253" name="Text 25"/>
          <p:cNvSpPr/>
          <p:nvPr/>
        </p:nvSpPr>
        <p:spPr bwMode="auto">
          <a:xfrm>
            <a:off x="8554212" y="15133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059406974" name="Shape 26"/>
          <p:cNvSpPr/>
          <p:nvPr/>
        </p:nvSpPr>
        <p:spPr bwMode="auto">
          <a:xfrm>
            <a:off x="274320" y="1792224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42033800" name="Text 27"/>
          <p:cNvSpPr/>
          <p:nvPr/>
        </p:nvSpPr>
        <p:spPr bwMode="auto">
          <a:xfrm>
            <a:off x="347472" y="179222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Manage comments</a:t>
            </a:r>
            <a:endParaRPr lang="en-US" sz="1000"/>
          </a:p>
        </p:txBody>
      </p:sp>
      <p:sp>
        <p:nvSpPr>
          <p:cNvPr id="739613081" name="Shape 28"/>
          <p:cNvSpPr/>
          <p:nvPr/>
        </p:nvSpPr>
        <p:spPr bwMode="auto">
          <a:xfrm>
            <a:off x="5628132" y="1851660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75151080" name="Text 29"/>
          <p:cNvSpPr/>
          <p:nvPr/>
        </p:nvSpPr>
        <p:spPr bwMode="auto">
          <a:xfrm>
            <a:off x="5628132" y="18516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683542529" name="Shape 30"/>
          <p:cNvSpPr/>
          <p:nvPr/>
        </p:nvSpPr>
        <p:spPr bwMode="auto">
          <a:xfrm>
            <a:off x="7091172" y="1851660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04507761" name="Text 31"/>
          <p:cNvSpPr/>
          <p:nvPr/>
        </p:nvSpPr>
        <p:spPr bwMode="auto">
          <a:xfrm>
            <a:off x="7091172" y="18516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463067095" name="Shape 32"/>
          <p:cNvSpPr/>
          <p:nvPr/>
        </p:nvSpPr>
        <p:spPr bwMode="auto">
          <a:xfrm>
            <a:off x="8554212" y="1851660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077633107" name="Text 33"/>
          <p:cNvSpPr/>
          <p:nvPr/>
        </p:nvSpPr>
        <p:spPr bwMode="auto">
          <a:xfrm>
            <a:off x="8554212" y="18516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44110371" name="Shape 34"/>
          <p:cNvSpPr/>
          <p:nvPr/>
        </p:nvSpPr>
        <p:spPr bwMode="auto">
          <a:xfrm>
            <a:off x="274320" y="2130552"/>
            <a:ext cx="859536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29398674" name="Text 35"/>
          <p:cNvSpPr/>
          <p:nvPr/>
        </p:nvSpPr>
        <p:spPr bwMode="auto">
          <a:xfrm>
            <a:off x="347472" y="213055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Search &amp; filter</a:t>
            </a:r>
            <a:endParaRPr lang="en-US" sz="1000"/>
          </a:p>
        </p:txBody>
      </p:sp>
      <p:sp>
        <p:nvSpPr>
          <p:cNvPr id="1800297343" name="Shape 36"/>
          <p:cNvSpPr/>
          <p:nvPr/>
        </p:nvSpPr>
        <p:spPr bwMode="auto">
          <a:xfrm>
            <a:off x="5628132" y="2189988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22029219" name="Text 37"/>
          <p:cNvSpPr/>
          <p:nvPr/>
        </p:nvSpPr>
        <p:spPr bwMode="auto">
          <a:xfrm>
            <a:off x="5628132" y="21899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745466406" name="Shape 38"/>
          <p:cNvSpPr/>
          <p:nvPr/>
        </p:nvSpPr>
        <p:spPr bwMode="auto">
          <a:xfrm>
            <a:off x="7091172" y="2189988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58491572" name="Text 39"/>
          <p:cNvSpPr/>
          <p:nvPr/>
        </p:nvSpPr>
        <p:spPr bwMode="auto">
          <a:xfrm>
            <a:off x="7091172" y="21899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964650230" name="Shape 40"/>
          <p:cNvSpPr/>
          <p:nvPr/>
        </p:nvSpPr>
        <p:spPr bwMode="auto">
          <a:xfrm>
            <a:off x="8554212" y="2189988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990594831" name="Text 41"/>
          <p:cNvSpPr/>
          <p:nvPr/>
        </p:nvSpPr>
        <p:spPr bwMode="auto">
          <a:xfrm>
            <a:off x="8554212" y="21899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630047346" name="Shape 42"/>
          <p:cNvSpPr/>
          <p:nvPr/>
        </p:nvSpPr>
        <p:spPr bwMode="auto">
          <a:xfrm>
            <a:off x="274320" y="2468880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72407487" name="Text 43"/>
          <p:cNvSpPr/>
          <p:nvPr/>
        </p:nvSpPr>
        <p:spPr bwMode="auto">
          <a:xfrm>
            <a:off x="347472" y="246888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32706799" name="Shape 44"/>
          <p:cNvSpPr/>
          <p:nvPr/>
        </p:nvSpPr>
        <p:spPr bwMode="auto">
          <a:xfrm>
            <a:off x="5628132" y="2528316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17394868" name="Text 45"/>
          <p:cNvSpPr/>
          <p:nvPr/>
        </p:nvSpPr>
        <p:spPr bwMode="auto">
          <a:xfrm>
            <a:off x="5628132" y="25283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984788300" name="Shape 46"/>
          <p:cNvSpPr/>
          <p:nvPr/>
        </p:nvSpPr>
        <p:spPr bwMode="auto">
          <a:xfrm>
            <a:off x="7091172" y="2528316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38937078" name="Text 47"/>
          <p:cNvSpPr/>
          <p:nvPr/>
        </p:nvSpPr>
        <p:spPr bwMode="auto">
          <a:xfrm>
            <a:off x="7091172" y="25283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592455303" name="Shape 48"/>
          <p:cNvSpPr/>
          <p:nvPr/>
        </p:nvSpPr>
        <p:spPr bwMode="auto">
          <a:xfrm>
            <a:off x="8554212" y="2528316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76905474" name="Text 49"/>
          <p:cNvSpPr/>
          <p:nvPr/>
        </p:nvSpPr>
        <p:spPr bwMode="auto">
          <a:xfrm>
            <a:off x="8554212" y="25283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99714870" name="Shape 50"/>
          <p:cNvSpPr/>
          <p:nvPr/>
        </p:nvSpPr>
        <p:spPr bwMode="auto">
          <a:xfrm>
            <a:off x="274320" y="2807208"/>
            <a:ext cx="859536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62856699" name="Text 51"/>
          <p:cNvSpPr/>
          <p:nvPr/>
        </p:nvSpPr>
        <p:spPr bwMode="auto">
          <a:xfrm>
            <a:off x="347472" y="280720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/ sign up</a:t>
            </a:r>
            <a:endParaRPr lang="en-US" sz="1000"/>
          </a:p>
        </p:txBody>
      </p:sp>
      <p:sp>
        <p:nvSpPr>
          <p:cNvPr id="465513931" name="Shape 52"/>
          <p:cNvSpPr/>
          <p:nvPr/>
        </p:nvSpPr>
        <p:spPr bwMode="auto">
          <a:xfrm>
            <a:off x="5628132" y="2866644"/>
            <a:ext cx="219456" cy="21945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01956918" name="Text 53"/>
          <p:cNvSpPr/>
          <p:nvPr/>
        </p:nvSpPr>
        <p:spPr bwMode="auto">
          <a:xfrm>
            <a:off x="5628132" y="28666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2056775593" name="Shape 54"/>
          <p:cNvSpPr/>
          <p:nvPr/>
        </p:nvSpPr>
        <p:spPr bwMode="auto">
          <a:xfrm>
            <a:off x="7091172" y="2866644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25704124" name="Text 55"/>
          <p:cNvSpPr/>
          <p:nvPr/>
        </p:nvSpPr>
        <p:spPr bwMode="auto">
          <a:xfrm>
            <a:off x="7091172" y="28666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7342035" name="Shape 56"/>
          <p:cNvSpPr/>
          <p:nvPr/>
        </p:nvSpPr>
        <p:spPr bwMode="auto">
          <a:xfrm>
            <a:off x="8554212" y="2866644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372155868" name="Text 57"/>
          <p:cNvSpPr/>
          <p:nvPr/>
        </p:nvSpPr>
        <p:spPr bwMode="auto">
          <a:xfrm>
            <a:off x="8554212" y="28666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438722078" name="Shape 58"/>
          <p:cNvSpPr/>
          <p:nvPr/>
        </p:nvSpPr>
        <p:spPr bwMode="auto">
          <a:xfrm>
            <a:off x="274320" y="3145536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0293323" name="Text 59"/>
          <p:cNvSpPr/>
          <p:nvPr/>
        </p:nvSpPr>
        <p:spPr bwMode="auto">
          <a:xfrm>
            <a:off x="347472" y="314553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/ delete projects</a:t>
            </a:r>
            <a:endParaRPr lang="en-US" sz="1000"/>
          </a:p>
        </p:txBody>
      </p:sp>
      <p:sp>
        <p:nvSpPr>
          <p:cNvPr id="668608059" name="Text 60"/>
          <p:cNvSpPr/>
          <p:nvPr/>
        </p:nvSpPr>
        <p:spPr bwMode="auto">
          <a:xfrm>
            <a:off x="5074920" y="3145536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1172195884" name="Shape 61"/>
          <p:cNvSpPr/>
          <p:nvPr/>
        </p:nvSpPr>
        <p:spPr bwMode="auto">
          <a:xfrm>
            <a:off x="7091172" y="3204972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35556454" name="Text 62"/>
          <p:cNvSpPr/>
          <p:nvPr/>
        </p:nvSpPr>
        <p:spPr bwMode="auto">
          <a:xfrm>
            <a:off x="7091172" y="3204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460826602" name="Shape 63"/>
          <p:cNvSpPr/>
          <p:nvPr/>
        </p:nvSpPr>
        <p:spPr bwMode="auto">
          <a:xfrm>
            <a:off x="8554212" y="3204972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029717304" name="Text 64"/>
          <p:cNvSpPr/>
          <p:nvPr/>
        </p:nvSpPr>
        <p:spPr bwMode="auto">
          <a:xfrm>
            <a:off x="8554212" y="3204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819653706" name="Shape 65"/>
          <p:cNvSpPr/>
          <p:nvPr/>
        </p:nvSpPr>
        <p:spPr bwMode="auto">
          <a:xfrm>
            <a:off x="274320" y="3483864"/>
            <a:ext cx="859536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91257589" name="Text 66"/>
          <p:cNvSpPr/>
          <p:nvPr/>
        </p:nvSpPr>
        <p:spPr bwMode="auto">
          <a:xfrm>
            <a:off x="347472" y="348386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Assign / remove members</a:t>
            </a:r>
            <a:endParaRPr lang="en-US" sz="1000"/>
          </a:p>
        </p:txBody>
      </p:sp>
      <p:sp>
        <p:nvSpPr>
          <p:cNvPr id="1023798355" name="Text 67"/>
          <p:cNvSpPr/>
          <p:nvPr/>
        </p:nvSpPr>
        <p:spPr bwMode="auto">
          <a:xfrm>
            <a:off x="5074920" y="3483864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227530084" name="Shape 68"/>
          <p:cNvSpPr/>
          <p:nvPr/>
        </p:nvSpPr>
        <p:spPr bwMode="auto">
          <a:xfrm>
            <a:off x="7091172" y="3543300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97075844" name="Text 69"/>
          <p:cNvSpPr/>
          <p:nvPr/>
        </p:nvSpPr>
        <p:spPr bwMode="auto">
          <a:xfrm>
            <a:off x="7091172" y="35433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647348641" name="Shape 70"/>
          <p:cNvSpPr/>
          <p:nvPr/>
        </p:nvSpPr>
        <p:spPr bwMode="auto">
          <a:xfrm>
            <a:off x="8554212" y="3543300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97113204" name="Text 71"/>
          <p:cNvSpPr/>
          <p:nvPr/>
        </p:nvSpPr>
        <p:spPr bwMode="auto">
          <a:xfrm>
            <a:off x="8554212" y="35433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989913449" name="Shape 72"/>
          <p:cNvSpPr/>
          <p:nvPr/>
        </p:nvSpPr>
        <p:spPr bwMode="auto">
          <a:xfrm>
            <a:off x="274320" y="3822192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28623193" name="Text 73"/>
          <p:cNvSpPr/>
          <p:nvPr/>
        </p:nvSpPr>
        <p:spPr bwMode="auto">
          <a:xfrm>
            <a:off x="347472" y="382219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Delegate tasks / manage epics</a:t>
            </a:r>
            <a:endParaRPr lang="en-US" sz="1000"/>
          </a:p>
        </p:txBody>
      </p:sp>
      <p:sp>
        <p:nvSpPr>
          <p:cNvPr id="1777973327" name="Text 74"/>
          <p:cNvSpPr/>
          <p:nvPr/>
        </p:nvSpPr>
        <p:spPr bwMode="auto">
          <a:xfrm>
            <a:off x="5074920" y="3822192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193217584" name="Shape 75"/>
          <p:cNvSpPr/>
          <p:nvPr/>
        </p:nvSpPr>
        <p:spPr bwMode="auto">
          <a:xfrm>
            <a:off x="7091172" y="3881627"/>
            <a:ext cx="219456" cy="219456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943640" name="Text 76"/>
          <p:cNvSpPr/>
          <p:nvPr/>
        </p:nvSpPr>
        <p:spPr bwMode="auto">
          <a:xfrm>
            <a:off x="7091172" y="38816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285636769" name="Shape 77"/>
          <p:cNvSpPr/>
          <p:nvPr/>
        </p:nvSpPr>
        <p:spPr bwMode="auto">
          <a:xfrm>
            <a:off x="8554212" y="3881627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554548678" name="Text 78"/>
          <p:cNvSpPr/>
          <p:nvPr/>
        </p:nvSpPr>
        <p:spPr bwMode="auto">
          <a:xfrm>
            <a:off x="8554212" y="38816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499568974" name="Shape 79"/>
          <p:cNvSpPr/>
          <p:nvPr/>
        </p:nvSpPr>
        <p:spPr bwMode="auto">
          <a:xfrm>
            <a:off x="274320" y="4160519"/>
            <a:ext cx="859536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6532931" name="Text 80"/>
          <p:cNvSpPr/>
          <p:nvPr/>
        </p:nvSpPr>
        <p:spPr bwMode="auto">
          <a:xfrm>
            <a:off x="347472" y="4160519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member roles</a:t>
            </a:r>
            <a:endParaRPr lang="en-US" sz="1000"/>
          </a:p>
        </p:txBody>
      </p:sp>
      <p:sp>
        <p:nvSpPr>
          <p:cNvPr id="1594517886" name="Text 81"/>
          <p:cNvSpPr/>
          <p:nvPr/>
        </p:nvSpPr>
        <p:spPr bwMode="auto">
          <a:xfrm>
            <a:off x="5074920" y="4160519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592449835" name="Text 82"/>
          <p:cNvSpPr/>
          <p:nvPr/>
        </p:nvSpPr>
        <p:spPr bwMode="auto">
          <a:xfrm>
            <a:off x="6537960" y="4160519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428644045" name="Shape 83"/>
          <p:cNvSpPr/>
          <p:nvPr/>
        </p:nvSpPr>
        <p:spPr bwMode="auto">
          <a:xfrm>
            <a:off x="8554212" y="4219956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601623578" name="Text 84"/>
          <p:cNvSpPr/>
          <p:nvPr/>
        </p:nvSpPr>
        <p:spPr bwMode="auto">
          <a:xfrm>
            <a:off x="8554212" y="42199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587817731" name="Shape 85"/>
          <p:cNvSpPr/>
          <p:nvPr/>
        </p:nvSpPr>
        <p:spPr bwMode="auto">
          <a:xfrm>
            <a:off x="274320" y="4498848"/>
            <a:ext cx="85953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65301470" name="Text 86"/>
          <p:cNvSpPr/>
          <p:nvPr/>
        </p:nvSpPr>
        <p:spPr bwMode="auto">
          <a:xfrm>
            <a:off x="347472" y="449884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System access &amp; settings</a:t>
            </a:r>
            <a:endParaRPr lang="en-US" sz="1000"/>
          </a:p>
        </p:txBody>
      </p:sp>
      <p:sp>
        <p:nvSpPr>
          <p:cNvPr id="254016580" name="Text 87"/>
          <p:cNvSpPr/>
          <p:nvPr/>
        </p:nvSpPr>
        <p:spPr bwMode="auto">
          <a:xfrm>
            <a:off x="5074920" y="44988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187366297" name="Text 88"/>
          <p:cNvSpPr/>
          <p:nvPr/>
        </p:nvSpPr>
        <p:spPr bwMode="auto">
          <a:xfrm>
            <a:off x="6537960" y="4498848"/>
            <a:ext cx="1325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CBD5E1"/>
                </a:solidFill>
              </a:rPr>
              <a:t>–</a:t>
            </a:r>
            <a:endParaRPr lang="en-US" sz="1400"/>
          </a:p>
        </p:txBody>
      </p:sp>
      <p:sp>
        <p:nvSpPr>
          <p:cNvPr id="1901049712" name="Shape 89"/>
          <p:cNvSpPr/>
          <p:nvPr/>
        </p:nvSpPr>
        <p:spPr bwMode="auto">
          <a:xfrm>
            <a:off x="8554212" y="4558284"/>
            <a:ext cx="219456" cy="219456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252665593" name="Text 90"/>
          <p:cNvSpPr/>
          <p:nvPr/>
        </p:nvSpPr>
        <p:spPr bwMode="auto">
          <a:xfrm>
            <a:off x="8554212" y="45582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/>
  <cp:revision>2</cp:revision>
  <dcterms:created xsi:type="dcterms:W3CDTF">2026-04-06T11:44:17Z</dcterms:created>
  <dcterms:modified xsi:type="dcterms:W3CDTF">2026-04-06T12:43:14Z</dcterms:modified>
</cp:coreProperties>
</file>