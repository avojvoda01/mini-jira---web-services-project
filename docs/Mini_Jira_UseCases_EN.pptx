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notesSlides/notesSlide7.xml" ContentType="application/vnd.openxmlformats-officedocument.presentationml.notes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06953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868248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7463526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5279901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5610358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31605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121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0344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96456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1309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2821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035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718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5414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930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8E325-F849-A203-B3CC-E685AAE7F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492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8382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8202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158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617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46738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818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7621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63477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466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1973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9793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EA9D8-4FF6-51C5-5AC8-B25BE3405D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2B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71870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42442180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828450332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184335710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422278151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2066165006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56599954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Mini Jira</a:t>
            </a:r>
            <a:endParaRPr lang="en-US" sz="5200"/>
          </a:p>
        </p:txBody>
      </p:sp>
      <p:sp>
        <p:nvSpPr>
          <p:cNvPr id="1420492280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1707228727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1856325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086291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65924905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Idea</a:t>
            </a:r>
            <a:endParaRPr lang="en-US" sz="2200"/>
          </a:p>
        </p:txBody>
      </p:sp>
      <p:sp>
        <p:nvSpPr>
          <p:cNvPr id="1077814246" name="Shape 2"/>
          <p:cNvSpPr/>
          <p:nvPr/>
        </p:nvSpPr>
        <p:spPr bwMode="auto">
          <a:xfrm flipH="0" flipV="0">
            <a:off x="206302" y="99577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175230966" name="Shape 2"/>
          <p:cNvSpPr/>
          <p:nvPr/>
        </p:nvSpPr>
        <p:spPr bwMode="auto">
          <a:xfrm flipH="0" flipV="0">
            <a:off x="206302" y="1901717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016911549" name="Shape 2"/>
          <p:cNvSpPr/>
          <p:nvPr/>
        </p:nvSpPr>
        <p:spPr bwMode="auto">
          <a:xfrm flipH="0" flipV="0">
            <a:off x="206302" y="2807661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754564943" name="Shape 2"/>
          <p:cNvSpPr/>
          <p:nvPr/>
        </p:nvSpPr>
        <p:spPr bwMode="auto">
          <a:xfrm flipH="0" flipV="0">
            <a:off x="206302" y="371360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 modelId="{A8BC8CD6-8738-41EA-9E71-3CD4C9AF2582}">
        <p:nvSpPr>
          <p:cNvPr id="271703874" name=""/>
          <p:cNvSpPr/>
          <p:nvPr/>
        </p:nvSpPr>
        <p:spPr bwMode="auto">
          <a:xfrm>
            <a:off x="345747" y="1039316"/>
            <a:ext cx="683613" cy="683613"/>
          </a:xfrm>
          <a:prstGeom prst="rect">
            <a:avLst/>
          </a:prstGeom>
          <a:blipFill rotWithShape="1">
            <a:blip r:embed="rId3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B63312C8-A8E7-471C-BDC7-E288FC589C93}">
        <p:nvSpPr>
          <p:cNvPr id="470688097" name=""/>
          <p:cNvSpPr/>
          <p:nvPr/>
        </p:nvSpPr>
        <p:spPr bwMode="auto">
          <a:xfrm>
            <a:off x="345747" y="1945261"/>
            <a:ext cx="683613" cy="683613"/>
          </a:xfrm>
          <a:prstGeom prst="rect">
            <a:avLst/>
          </a:prstGeom>
          <a:blipFill rotWithShape="1">
            <a:blip r:embed="rId4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1171839730" name=""/>
          <p:cNvSpPr/>
          <p:nvPr/>
        </p:nvSpPr>
        <p:spPr bwMode="auto">
          <a:xfrm>
            <a:off x="345747" y="2851204"/>
            <a:ext cx="683613" cy="683613"/>
          </a:xfrm>
          <a:prstGeom prst="rect">
            <a:avLst/>
          </a:prstGeom>
          <a:blipFill rotWithShape="1">
            <a:blip r:embed="rId5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728579117" name=""/>
          <p:cNvSpPr/>
          <p:nvPr/>
        </p:nvSpPr>
        <p:spPr bwMode="auto">
          <a:xfrm>
            <a:off x="345747" y="3757147"/>
            <a:ext cx="683613" cy="683613"/>
          </a:xfrm>
          <a:prstGeom prst="rect">
            <a:avLst/>
          </a:prstGeom>
          <a:blipFill rotWithShape="1">
            <a:blip r:embed="rId6"/>
            <a:stretch/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44002111" name=""/>
          <p:cNvSpPr txBox="1"/>
          <p:nvPr/>
        </p:nvSpPr>
        <p:spPr bwMode="auto">
          <a:xfrm rot="0" flipH="0" flipV="0">
            <a:off x="1029361" y="1198244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 Management Web Service</a:t>
            </a:r>
            <a:endParaRPr sz="1800"/>
          </a:p>
        </p:txBody>
      </p:sp>
      <p:sp>
        <p:nvSpPr>
          <p:cNvPr id="704381987" name=""/>
          <p:cNvSpPr txBox="1"/>
          <p:nvPr/>
        </p:nvSpPr>
        <p:spPr bwMode="auto">
          <a:xfrm rot="0" flipH="0" flipV="0">
            <a:off x="1029361" y="2104008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Simple, scalable, role-based system</a:t>
            </a:r>
            <a:endParaRPr sz="1800"/>
          </a:p>
        </p:txBody>
      </p:sp>
      <p:sp>
        <p:nvSpPr>
          <p:cNvPr id="416283854" name=""/>
          <p:cNvSpPr txBox="1"/>
          <p:nvPr/>
        </p:nvSpPr>
        <p:spPr bwMode="auto">
          <a:xfrm rot="0" flipH="0" flipV="0">
            <a:off x="1029361" y="3009951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Designed for teams &amp; project collaboration</a:t>
            </a:r>
            <a:endParaRPr sz="1800"/>
          </a:p>
        </p:txBody>
      </p:sp>
      <p:sp>
        <p:nvSpPr>
          <p:cNvPr id="1383374028" name=""/>
          <p:cNvSpPr txBox="1"/>
          <p:nvPr/>
        </p:nvSpPr>
        <p:spPr bwMode="auto">
          <a:xfrm rot="0" flipH="0" flipV="0">
            <a:off x="1028282" y="3915894"/>
            <a:ext cx="756887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de-D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Assistant for task organization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044368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09059724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481073193" name="Shape 2"/>
          <p:cNvSpPr/>
          <p:nvPr/>
        </p:nvSpPr>
        <p:spPr bwMode="auto">
          <a:xfrm>
            <a:off x="2743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9376933" name="Shape 3"/>
          <p:cNvSpPr/>
          <p:nvPr/>
        </p:nvSpPr>
        <p:spPr bwMode="auto">
          <a:xfrm>
            <a:off x="274320" y="822960"/>
            <a:ext cx="2834639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4067266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29322010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1696720075" name="Text 5"/>
          <p:cNvSpPr/>
          <p:nvPr/>
        </p:nvSpPr>
        <p:spPr bwMode="auto">
          <a:xfrm>
            <a:off x="2743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374094322" name="Text 6"/>
          <p:cNvSpPr/>
          <p:nvPr/>
        </p:nvSpPr>
        <p:spPr bwMode="auto">
          <a:xfrm>
            <a:off x="4114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1630563627" name="Shape 7"/>
          <p:cNvSpPr/>
          <p:nvPr/>
        </p:nvSpPr>
        <p:spPr bwMode="auto">
          <a:xfrm>
            <a:off x="6400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8360726" name="Shape 10"/>
          <p:cNvSpPr/>
          <p:nvPr/>
        </p:nvSpPr>
        <p:spPr bwMode="auto">
          <a:xfrm>
            <a:off x="457200" y="305740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16038380" name="Text 11"/>
          <p:cNvSpPr/>
          <p:nvPr/>
        </p:nvSpPr>
        <p:spPr bwMode="auto">
          <a:xfrm>
            <a:off x="6035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608972180" name="Shape 12"/>
          <p:cNvSpPr/>
          <p:nvPr/>
        </p:nvSpPr>
        <p:spPr bwMode="auto">
          <a:xfrm>
            <a:off x="457200" y="3359152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40998883" name="Text 13"/>
          <p:cNvSpPr/>
          <p:nvPr/>
        </p:nvSpPr>
        <p:spPr bwMode="auto">
          <a:xfrm>
            <a:off x="603504" y="32539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1004886497" name="Shape 14"/>
          <p:cNvSpPr/>
          <p:nvPr/>
        </p:nvSpPr>
        <p:spPr bwMode="auto">
          <a:xfrm>
            <a:off x="457200" y="3660904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47435039" name="Text 15"/>
          <p:cNvSpPr/>
          <p:nvPr/>
        </p:nvSpPr>
        <p:spPr bwMode="auto">
          <a:xfrm>
            <a:off x="603504" y="35557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1486436598" name="Shape 16"/>
          <p:cNvSpPr/>
          <p:nvPr/>
        </p:nvSpPr>
        <p:spPr bwMode="auto">
          <a:xfrm>
            <a:off x="457200" y="3962656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10924638" name="Text 17"/>
          <p:cNvSpPr/>
          <p:nvPr/>
        </p:nvSpPr>
        <p:spPr bwMode="auto">
          <a:xfrm>
            <a:off x="603504" y="385750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2026892691" name="Shape 18"/>
          <p:cNvSpPr/>
          <p:nvPr/>
        </p:nvSpPr>
        <p:spPr bwMode="auto">
          <a:xfrm>
            <a:off x="457200" y="4264408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68597479" name="Text 19"/>
          <p:cNvSpPr/>
          <p:nvPr/>
        </p:nvSpPr>
        <p:spPr bwMode="auto">
          <a:xfrm>
            <a:off x="603504" y="41592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714030644" name="Shape 20"/>
          <p:cNvSpPr/>
          <p:nvPr/>
        </p:nvSpPr>
        <p:spPr bwMode="auto">
          <a:xfrm>
            <a:off x="32461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002399029" name="Shape 21"/>
          <p:cNvSpPr/>
          <p:nvPr/>
        </p:nvSpPr>
        <p:spPr bwMode="auto">
          <a:xfrm>
            <a:off x="3246120" y="822960"/>
            <a:ext cx="2834639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47192871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178233206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1008383046" name="Text 23"/>
          <p:cNvSpPr/>
          <p:nvPr/>
        </p:nvSpPr>
        <p:spPr bwMode="auto">
          <a:xfrm>
            <a:off x="32461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457840282" name="Text 24"/>
          <p:cNvSpPr/>
          <p:nvPr/>
        </p:nvSpPr>
        <p:spPr bwMode="auto">
          <a:xfrm>
            <a:off x="33832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2027538657" name="Shape 25"/>
          <p:cNvSpPr/>
          <p:nvPr/>
        </p:nvSpPr>
        <p:spPr bwMode="auto">
          <a:xfrm>
            <a:off x="36118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0174363" name="Shape 26"/>
          <p:cNvSpPr/>
          <p:nvPr/>
        </p:nvSpPr>
        <p:spPr bwMode="auto">
          <a:xfrm>
            <a:off x="3429000" y="2755648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75496747" name="Text 27"/>
          <p:cNvSpPr/>
          <p:nvPr/>
        </p:nvSpPr>
        <p:spPr bwMode="auto">
          <a:xfrm>
            <a:off x="3575302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1932118231" name="Shape 28"/>
          <p:cNvSpPr/>
          <p:nvPr/>
        </p:nvSpPr>
        <p:spPr bwMode="auto">
          <a:xfrm>
            <a:off x="3429000" y="3057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41591825" name="Text 29"/>
          <p:cNvSpPr/>
          <p:nvPr/>
        </p:nvSpPr>
        <p:spPr bwMode="auto">
          <a:xfrm>
            <a:off x="3575302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123616937" name="Shape 36"/>
          <p:cNvSpPr/>
          <p:nvPr/>
        </p:nvSpPr>
        <p:spPr bwMode="auto">
          <a:xfrm>
            <a:off x="62179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95384754" name="Shape 37"/>
          <p:cNvSpPr/>
          <p:nvPr/>
        </p:nvSpPr>
        <p:spPr bwMode="auto">
          <a:xfrm>
            <a:off x="6217920" y="822960"/>
            <a:ext cx="2834639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607348451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pic>
        <p:nvPicPr>
          <p:cNvPr id="27237632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158653086" name="Text 39"/>
          <p:cNvSpPr/>
          <p:nvPr/>
        </p:nvSpPr>
        <p:spPr bwMode="auto">
          <a:xfrm>
            <a:off x="62179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68816422" name="Text 40"/>
          <p:cNvSpPr/>
          <p:nvPr/>
        </p:nvSpPr>
        <p:spPr bwMode="auto">
          <a:xfrm>
            <a:off x="63550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1682762684" name="Shape 41"/>
          <p:cNvSpPr/>
          <p:nvPr/>
        </p:nvSpPr>
        <p:spPr bwMode="auto">
          <a:xfrm>
            <a:off x="65836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60981673" name="Shape 42"/>
          <p:cNvSpPr/>
          <p:nvPr/>
        </p:nvSpPr>
        <p:spPr bwMode="auto">
          <a:xfrm>
            <a:off x="6400800" y="2755648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4308614" name="Text 43"/>
          <p:cNvSpPr/>
          <p:nvPr/>
        </p:nvSpPr>
        <p:spPr bwMode="auto">
          <a:xfrm>
            <a:off x="6547104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98723263" name=""/>
          <p:cNvGrpSpPr/>
          <p:nvPr/>
        </p:nvGrpSpPr>
        <p:grpSpPr bwMode="auto">
          <a:xfrm>
            <a:off x="457198" y="2650492"/>
            <a:ext cx="2523744" cy="301752"/>
            <a:chOff x="0" y="0"/>
            <a:chExt cx="2523744" cy="301752"/>
          </a:xfrm>
        </p:grpSpPr>
        <p:sp>
          <p:nvSpPr>
            <p:cNvPr id="1582493543" name="Shape 8"/>
            <p:cNvSpPr/>
            <p:nvPr/>
          </p:nvSpPr>
          <p:spPr bwMode="auto">
            <a:xfrm>
              <a:off x="0" y="105154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033496982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1785849966" name="Shape 18"/>
          <p:cNvSpPr/>
          <p:nvPr/>
        </p:nvSpPr>
        <p:spPr bwMode="auto">
          <a:xfrm>
            <a:off x="457200" y="456616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817943" name="Text 19"/>
          <p:cNvSpPr/>
          <p:nvPr/>
        </p:nvSpPr>
        <p:spPr bwMode="auto">
          <a:xfrm>
            <a:off x="603504" y="446100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1693367062" name="Text 29"/>
          <p:cNvSpPr/>
          <p:nvPr/>
        </p:nvSpPr>
        <p:spPr bwMode="auto">
          <a:xfrm>
            <a:off x="65471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111001990" name="Shape 28"/>
          <p:cNvSpPr/>
          <p:nvPr/>
        </p:nvSpPr>
        <p:spPr bwMode="auto">
          <a:xfrm>
            <a:off x="6400800" y="3057400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1945367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48913531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1866220418" name="Shape 4"/>
          <p:cNvSpPr/>
          <p:nvPr/>
        </p:nvSpPr>
        <p:spPr bwMode="auto">
          <a:xfrm flipH="0" flipV="0"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1782073771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92195154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293695812" name="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333009385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</p:sp>
        <p:pic>
          <p:nvPicPr>
            <p:cNvPr id="1278296530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1950202597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1514163319" name="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330477789" name="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 flipH="0" flipV="0"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1732622531" name="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291783675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280942065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18197628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850082460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56508617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03370260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36570075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93327027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61639373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805409461" name="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158771741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1790261757" name="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1930660542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47081096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643150038" name="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549664658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80001714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863721738" name=""/>
          <p:cNvGrpSpPr/>
          <p:nvPr/>
        </p:nvGrpSpPr>
        <p:grpSpPr bwMode="auto">
          <a:xfrm>
            <a:off x="367146" y="2090736"/>
            <a:ext cx="1965960" cy="274320"/>
            <a:chOff x="0" y="0"/>
            <a:chExt cx="1965960" cy="274320"/>
          </a:xfrm>
        </p:grpSpPr>
        <p:sp>
          <p:nvSpPr>
            <p:cNvPr id="1510410736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51490425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2090430873" name="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530412973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32197281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98921278" name="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468185029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04951449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336254761" name="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45074213" name="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586422459" name="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702946651" name="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1822052636" name="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sp>
        <p:nvSpPr>
          <p:cNvPr id="596279067" name="Shape 29"/>
          <p:cNvSpPr/>
          <p:nvPr/>
        </p:nvSpPr>
        <p:spPr bwMode="auto">
          <a:xfrm flipH="0" flipV="0"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709940234" name="Shape 29"/>
          <p:cNvSpPr/>
          <p:nvPr/>
        </p:nvSpPr>
        <p:spPr bwMode="auto">
          <a:xfrm flipH="0" flipV="1">
            <a:off x="4915111" y="1804891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972108445" name="Shape 29"/>
          <p:cNvSpPr/>
          <p:nvPr/>
        </p:nvSpPr>
        <p:spPr bwMode="auto">
          <a:xfrm flipH="0" flipV="0"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790827463" name="Shape 29"/>
          <p:cNvSpPr/>
          <p:nvPr/>
        </p:nvSpPr>
        <p:spPr bwMode="auto">
          <a:xfrm flipH="1" flipV="0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86550017" name="Shape 29"/>
          <p:cNvSpPr/>
          <p:nvPr/>
        </p:nvSpPr>
        <p:spPr bwMode="auto">
          <a:xfrm flipH="0" flipV="0"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289128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228190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2052464956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12499559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523616618" name="Shape 29"/>
          <p:cNvSpPr/>
          <p:nvPr/>
        </p:nvSpPr>
        <p:spPr bwMode="auto">
          <a:xfrm flipH="0"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36999070" name="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338645073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</p:sp>
        <p:pic>
          <p:nvPicPr>
            <p:cNvPr id="88920652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372029419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2108949985" name="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1125833184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862933267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80850083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103464968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30646817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812917473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1075944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310947082" name="Shape 29"/>
          <p:cNvSpPr/>
          <p:nvPr/>
        </p:nvSpPr>
        <p:spPr bwMode="auto">
          <a:xfrm flipH="0" flipV="0"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2009013834" name="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26102909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765204893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8315846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454399619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606694358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628612922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2523337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832114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756741554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1935763609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421896947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818822246" name="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2131607583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</p:sp>
        <p:pic>
          <p:nvPicPr>
            <p:cNvPr id="617636203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89418284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grpSp>
        <p:nvGrpSpPr>
          <p:cNvPr id="261405463" name=""/>
          <p:cNvGrpSpPr/>
          <p:nvPr/>
        </p:nvGrpSpPr>
        <p:grpSpPr bwMode="auto">
          <a:xfrm>
            <a:off x="870746" y="1449884"/>
            <a:ext cx="2199297" cy="733042"/>
            <a:chOff x="0" y="0"/>
            <a:chExt cx="2199297" cy="733042"/>
          </a:xfrm>
        </p:grpSpPr>
        <p:sp>
          <p:nvSpPr>
            <p:cNvPr id="235918986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393808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7508206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130213985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96653357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Create/delete user</a:t>
              </a:r>
              <a:endParaRPr sz="1100"/>
            </a:p>
          </p:txBody>
        </p:sp>
      </p:grpSp>
      <p:sp>
        <p:nvSpPr>
          <p:cNvPr id="1008123494" name="Shape 29"/>
          <p:cNvSpPr/>
          <p:nvPr/>
        </p:nvSpPr>
        <p:spPr bwMode="auto">
          <a:xfrm flipH="0" flipV="0">
            <a:off x="1972404" y="2181402"/>
            <a:ext cx="2312445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332537248" name="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1282562385" name="Shape 29"/>
          <p:cNvSpPr/>
          <p:nvPr/>
        </p:nvSpPr>
        <p:spPr bwMode="auto">
          <a:xfrm flipH="1" flipV="0">
            <a:off x="4872462" y="2181402"/>
            <a:ext cx="1955040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884772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76049647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Permissions Matrix</a:t>
            </a:r>
            <a:endParaRPr lang="en-US" sz="2200"/>
          </a:p>
        </p:txBody>
      </p:sp>
      <p:grpSp>
        <p:nvGrpSpPr>
          <p:cNvPr id="1868722092" name=""/>
          <p:cNvGrpSpPr/>
          <p:nvPr/>
        </p:nvGrpSpPr>
        <p:grpSpPr bwMode="auto">
          <a:xfrm flipH="0" flipV="0">
            <a:off x="0" y="701687"/>
            <a:ext cx="9168527" cy="4409319"/>
            <a:chOff x="0" y="0"/>
            <a:chExt cx="9168527" cy="4409319"/>
          </a:xfrm>
        </p:grpSpPr>
        <p:sp>
          <p:nvSpPr>
            <p:cNvPr id="606992025" name="Shape 2"/>
            <p:cNvSpPr/>
            <p:nvPr/>
          </p:nvSpPr>
          <p:spPr bwMode="auto">
            <a:xfrm>
              <a:off x="0" y="0"/>
              <a:ext cx="4699446" cy="321600"/>
            </a:xfrm>
            <a:prstGeom prst="rect">
              <a:avLst/>
            </a:prstGeom>
            <a:solidFill>
              <a:srgbClr val="1A2B4A"/>
            </a:solidFill>
            <a:ln w="12700">
              <a:solidFill>
                <a:srgbClr val="1A2B4A"/>
              </a:solidFill>
              <a:prstDash val="solid"/>
            </a:ln>
          </p:spPr>
        </p:sp>
        <p:sp>
          <p:nvSpPr>
            <p:cNvPr id="2231684" name="Text 3"/>
            <p:cNvSpPr/>
            <p:nvPr/>
          </p:nvSpPr>
          <p:spPr bwMode="auto">
            <a:xfrm>
              <a:off x="46072" y="0"/>
              <a:ext cx="469944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Feature / Use Case</a:t>
              </a:r>
              <a:endParaRPr lang="en-US" sz="1100"/>
            </a:p>
          </p:txBody>
        </p:sp>
        <p:sp>
          <p:nvSpPr>
            <p:cNvPr id="2134024461" name="Shape 4"/>
            <p:cNvSpPr/>
            <p:nvPr/>
          </p:nvSpPr>
          <p:spPr bwMode="auto">
            <a:xfrm>
              <a:off x="4837665" y="0"/>
              <a:ext cx="1336116" cy="32160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2336445" name="Text 5"/>
            <p:cNvSpPr/>
            <p:nvPr/>
          </p:nvSpPr>
          <p:spPr bwMode="auto">
            <a:xfrm>
              <a:off x="4883738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</a:t>
              </a:r>
              <a:endParaRPr lang="en-US" sz="1100"/>
            </a:p>
          </p:txBody>
        </p:sp>
        <p:sp>
          <p:nvSpPr>
            <p:cNvPr id="918514894" name="Shape 6"/>
            <p:cNvSpPr/>
            <p:nvPr/>
          </p:nvSpPr>
          <p:spPr bwMode="auto">
            <a:xfrm>
              <a:off x="6312001" y="0"/>
              <a:ext cx="1336116" cy="321600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927255162" name="Text 7"/>
            <p:cNvSpPr/>
            <p:nvPr/>
          </p:nvSpPr>
          <p:spPr bwMode="auto">
            <a:xfrm>
              <a:off x="6358074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Manager</a:t>
              </a:r>
              <a:endParaRPr lang="en-US" sz="1100"/>
            </a:p>
          </p:txBody>
        </p:sp>
        <p:sp>
          <p:nvSpPr>
            <p:cNvPr id="125736860" name="Shape 8"/>
            <p:cNvSpPr/>
            <p:nvPr/>
          </p:nvSpPr>
          <p:spPr bwMode="auto">
            <a:xfrm>
              <a:off x="7786337" y="0"/>
              <a:ext cx="1336116" cy="321600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922425" name="Text 9"/>
            <p:cNvSpPr/>
            <p:nvPr/>
          </p:nvSpPr>
          <p:spPr bwMode="auto">
            <a:xfrm>
              <a:off x="7832409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1100"/>
            </a:p>
          </p:txBody>
        </p:sp>
        <p:sp>
          <p:nvSpPr>
            <p:cNvPr id="911034568" name="Shape 10"/>
            <p:cNvSpPr/>
            <p:nvPr/>
          </p:nvSpPr>
          <p:spPr bwMode="auto">
            <a:xfrm flipH="0" flipV="0">
              <a:off x="0" y="338527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90558446" name="Text 11"/>
            <p:cNvSpPr/>
            <p:nvPr/>
          </p:nvSpPr>
          <p:spPr bwMode="auto">
            <a:xfrm>
              <a:off x="73716" y="338527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tasks</a:t>
              </a:r>
              <a:endParaRPr lang="en-US" sz="1000"/>
            </a:p>
          </p:txBody>
        </p:sp>
        <p:sp>
          <p:nvSpPr>
            <p:cNvPr id="651524377" name="Shape 12"/>
            <p:cNvSpPr/>
            <p:nvPr/>
          </p:nvSpPr>
          <p:spPr bwMode="auto">
            <a:xfrm>
              <a:off x="5395148" y="393537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95286101" name="Text 13"/>
            <p:cNvSpPr/>
            <p:nvPr/>
          </p:nvSpPr>
          <p:spPr bwMode="auto">
            <a:xfrm>
              <a:off x="5395148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11755897" name="Shape 14"/>
            <p:cNvSpPr/>
            <p:nvPr/>
          </p:nvSpPr>
          <p:spPr bwMode="auto">
            <a:xfrm>
              <a:off x="6869485" y="393537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595559359" name="Text 15"/>
            <p:cNvSpPr/>
            <p:nvPr/>
          </p:nvSpPr>
          <p:spPr bwMode="auto">
            <a:xfrm>
              <a:off x="6869485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45201441" name="Shape 16"/>
            <p:cNvSpPr/>
            <p:nvPr/>
          </p:nvSpPr>
          <p:spPr bwMode="auto">
            <a:xfrm>
              <a:off x="8343821" y="393537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06901951" name="Text 17"/>
            <p:cNvSpPr/>
            <p:nvPr/>
          </p:nvSpPr>
          <p:spPr bwMode="auto">
            <a:xfrm>
              <a:off x="8343821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84448033" name="Shape 18"/>
            <p:cNvSpPr/>
            <p:nvPr/>
          </p:nvSpPr>
          <p:spPr bwMode="auto">
            <a:xfrm flipH="0" flipV="0">
              <a:off x="0" y="651665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00511593" name="Text 19"/>
            <p:cNvSpPr/>
            <p:nvPr/>
          </p:nvSpPr>
          <p:spPr bwMode="auto">
            <a:xfrm>
              <a:off x="73716" y="651665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 &amp; priority</a:t>
              </a:r>
              <a:endParaRPr lang="en-US" sz="1000"/>
            </a:p>
          </p:txBody>
        </p:sp>
        <p:sp>
          <p:nvSpPr>
            <p:cNvPr id="1383062921" name="Shape 20"/>
            <p:cNvSpPr/>
            <p:nvPr/>
          </p:nvSpPr>
          <p:spPr bwMode="auto">
            <a:xfrm>
              <a:off x="5395148" y="706675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44919390" name="Text 21"/>
            <p:cNvSpPr/>
            <p:nvPr/>
          </p:nvSpPr>
          <p:spPr bwMode="auto">
            <a:xfrm>
              <a:off x="5395148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90849090" name="Shape 22"/>
            <p:cNvSpPr/>
            <p:nvPr/>
          </p:nvSpPr>
          <p:spPr bwMode="auto">
            <a:xfrm>
              <a:off x="6869485" y="706675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32059512" name="Text 23"/>
            <p:cNvSpPr/>
            <p:nvPr/>
          </p:nvSpPr>
          <p:spPr bwMode="auto">
            <a:xfrm>
              <a:off x="6869485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41093916" name="Shape 24"/>
            <p:cNvSpPr/>
            <p:nvPr/>
          </p:nvSpPr>
          <p:spPr bwMode="auto">
            <a:xfrm>
              <a:off x="8343821" y="706675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23938585" name="Text 25"/>
            <p:cNvSpPr/>
            <p:nvPr/>
          </p:nvSpPr>
          <p:spPr bwMode="auto">
            <a:xfrm>
              <a:off x="8343821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77605902" name="Shape 26"/>
            <p:cNvSpPr/>
            <p:nvPr/>
          </p:nvSpPr>
          <p:spPr bwMode="auto">
            <a:xfrm flipH="0" flipV="0">
              <a:off x="0" y="964802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50135447" name="Text 27"/>
            <p:cNvSpPr/>
            <p:nvPr/>
          </p:nvSpPr>
          <p:spPr bwMode="auto">
            <a:xfrm>
              <a:off x="73716" y="964802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comments</a:t>
              </a:r>
              <a:endParaRPr lang="en-US" sz="1000"/>
            </a:p>
          </p:txBody>
        </p:sp>
        <p:sp>
          <p:nvSpPr>
            <p:cNvPr id="1099224223" name="Shape 28"/>
            <p:cNvSpPr/>
            <p:nvPr/>
          </p:nvSpPr>
          <p:spPr bwMode="auto">
            <a:xfrm>
              <a:off x="5395148" y="1019813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19532903" name="Text 29"/>
            <p:cNvSpPr/>
            <p:nvPr/>
          </p:nvSpPr>
          <p:spPr bwMode="auto">
            <a:xfrm>
              <a:off x="5395148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672286081" name="Shape 30"/>
            <p:cNvSpPr/>
            <p:nvPr/>
          </p:nvSpPr>
          <p:spPr bwMode="auto">
            <a:xfrm>
              <a:off x="6869485" y="1019813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98979876" name="Text 31"/>
            <p:cNvSpPr/>
            <p:nvPr/>
          </p:nvSpPr>
          <p:spPr bwMode="auto">
            <a:xfrm>
              <a:off x="6869485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123209013" name="Shape 32"/>
            <p:cNvSpPr/>
            <p:nvPr/>
          </p:nvSpPr>
          <p:spPr bwMode="auto">
            <a:xfrm>
              <a:off x="8343821" y="1019813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527280371" name="Text 33"/>
            <p:cNvSpPr/>
            <p:nvPr/>
          </p:nvSpPr>
          <p:spPr bwMode="auto">
            <a:xfrm>
              <a:off x="8343821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981546480" name="Shape 34"/>
            <p:cNvSpPr/>
            <p:nvPr/>
          </p:nvSpPr>
          <p:spPr bwMode="auto">
            <a:xfrm flipH="0" flipV="0">
              <a:off x="0" y="1277940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740284981" name="Text 35"/>
            <p:cNvSpPr/>
            <p:nvPr/>
          </p:nvSpPr>
          <p:spPr bwMode="auto">
            <a:xfrm>
              <a:off x="73716" y="1277940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epics</a:t>
              </a:r>
              <a:endParaRPr lang="en-US" sz="1000"/>
            </a:p>
          </p:txBody>
        </p:sp>
        <p:sp>
          <p:nvSpPr>
            <p:cNvPr id="561683017" name="Shape 36"/>
            <p:cNvSpPr/>
            <p:nvPr/>
          </p:nvSpPr>
          <p:spPr bwMode="auto">
            <a:xfrm>
              <a:off x="5395148" y="1332951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227104612" name="Text 37"/>
            <p:cNvSpPr/>
            <p:nvPr/>
          </p:nvSpPr>
          <p:spPr bwMode="auto">
            <a:xfrm>
              <a:off x="5395148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046931064" name="Shape 38"/>
            <p:cNvSpPr/>
            <p:nvPr/>
          </p:nvSpPr>
          <p:spPr bwMode="auto">
            <a:xfrm>
              <a:off x="6869485" y="1332951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736417488" name="Text 39"/>
            <p:cNvSpPr/>
            <p:nvPr/>
          </p:nvSpPr>
          <p:spPr bwMode="auto">
            <a:xfrm>
              <a:off x="6869485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060130452" name="Shape 40"/>
            <p:cNvSpPr/>
            <p:nvPr/>
          </p:nvSpPr>
          <p:spPr bwMode="auto">
            <a:xfrm>
              <a:off x="8343821" y="1332951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110235181" name="Text 41"/>
            <p:cNvSpPr/>
            <p:nvPr/>
          </p:nvSpPr>
          <p:spPr bwMode="auto">
            <a:xfrm>
              <a:off x="8343821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34761740" name="Shape 42"/>
            <p:cNvSpPr/>
            <p:nvPr/>
          </p:nvSpPr>
          <p:spPr bwMode="auto">
            <a:xfrm flipH="0" flipV="0">
              <a:off x="0" y="1591078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947324267" name="Text 43"/>
            <p:cNvSpPr/>
            <p:nvPr/>
          </p:nvSpPr>
          <p:spPr bwMode="auto">
            <a:xfrm>
              <a:off x="73716" y="1591078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 to task</a:t>
              </a:r>
              <a:endParaRPr lang="en-US" sz="1000"/>
            </a:p>
          </p:txBody>
        </p:sp>
        <p:sp>
          <p:nvSpPr>
            <p:cNvPr id="1380571264" name="Shape 44"/>
            <p:cNvSpPr/>
            <p:nvPr/>
          </p:nvSpPr>
          <p:spPr bwMode="auto">
            <a:xfrm>
              <a:off x="5395148" y="1646089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347611539" name="Text 45"/>
            <p:cNvSpPr/>
            <p:nvPr/>
          </p:nvSpPr>
          <p:spPr bwMode="auto">
            <a:xfrm>
              <a:off x="5395148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64071559" name="Shape 46"/>
            <p:cNvSpPr/>
            <p:nvPr/>
          </p:nvSpPr>
          <p:spPr bwMode="auto">
            <a:xfrm>
              <a:off x="6869485" y="1646089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524674980" name="Text 47"/>
            <p:cNvSpPr/>
            <p:nvPr/>
          </p:nvSpPr>
          <p:spPr bwMode="auto">
            <a:xfrm>
              <a:off x="6869485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887145" name="Shape 48"/>
            <p:cNvSpPr/>
            <p:nvPr/>
          </p:nvSpPr>
          <p:spPr bwMode="auto">
            <a:xfrm>
              <a:off x="8343821" y="1646089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391639294" name="Text 49"/>
            <p:cNvSpPr/>
            <p:nvPr/>
          </p:nvSpPr>
          <p:spPr bwMode="auto">
            <a:xfrm>
              <a:off x="8343821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992998960" name="Shape 50"/>
            <p:cNvSpPr/>
            <p:nvPr/>
          </p:nvSpPr>
          <p:spPr bwMode="auto">
            <a:xfrm flipH="0" flipV="0">
              <a:off x="0" y="1904216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387035667" name="Text 51"/>
            <p:cNvSpPr/>
            <p:nvPr/>
          </p:nvSpPr>
          <p:spPr bwMode="auto">
            <a:xfrm>
              <a:off x="73716" y="1904216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 to task</a:t>
              </a:r>
              <a:endParaRPr lang="en-US" sz="1000"/>
            </a:p>
          </p:txBody>
        </p:sp>
        <p:sp>
          <p:nvSpPr>
            <p:cNvPr id="1316202197" name="Shape 52"/>
            <p:cNvSpPr/>
            <p:nvPr/>
          </p:nvSpPr>
          <p:spPr bwMode="auto">
            <a:xfrm>
              <a:off x="5395148" y="1959227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95046052" name="Text 53"/>
            <p:cNvSpPr/>
            <p:nvPr/>
          </p:nvSpPr>
          <p:spPr bwMode="auto">
            <a:xfrm>
              <a:off x="5395148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529429505" name="Shape 54"/>
            <p:cNvSpPr/>
            <p:nvPr/>
          </p:nvSpPr>
          <p:spPr bwMode="auto">
            <a:xfrm>
              <a:off x="6869485" y="1959227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454825536" name="Text 55"/>
            <p:cNvSpPr/>
            <p:nvPr/>
          </p:nvSpPr>
          <p:spPr bwMode="auto">
            <a:xfrm>
              <a:off x="6869485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38115358" name="Shape 56"/>
            <p:cNvSpPr/>
            <p:nvPr/>
          </p:nvSpPr>
          <p:spPr bwMode="auto">
            <a:xfrm>
              <a:off x="8343821" y="1959227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33385255" name="Text 57"/>
            <p:cNvSpPr/>
            <p:nvPr/>
          </p:nvSpPr>
          <p:spPr bwMode="auto">
            <a:xfrm>
              <a:off x="8343821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10815736" name="Shape 58"/>
            <p:cNvSpPr/>
            <p:nvPr/>
          </p:nvSpPr>
          <p:spPr bwMode="auto">
            <a:xfrm flipH="0" flipV="0">
              <a:off x="0" y="2217354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54821121" name="Text 59"/>
            <p:cNvSpPr/>
            <p:nvPr/>
          </p:nvSpPr>
          <p:spPr bwMode="auto">
            <a:xfrm>
              <a:off x="73716" y="2217354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&amp; filter tasks</a:t>
              </a:r>
              <a:endParaRPr lang="en-US" sz="1000"/>
            </a:p>
          </p:txBody>
        </p:sp>
        <p:sp>
          <p:nvSpPr>
            <p:cNvPr id="2021245846" name="Shape 60"/>
            <p:cNvSpPr/>
            <p:nvPr/>
          </p:nvSpPr>
          <p:spPr bwMode="auto">
            <a:xfrm>
              <a:off x="5395148" y="2272365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312903530" name="Text 61"/>
            <p:cNvSpPr/>
            <p:nvPr/>
          </p:nvSpPr>
          <p:spPr bwMode="auto">
            <a:xfrm>
              <a:off x="5395148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38913928" name="Shape 62"/>
            <p:cNvSpPr/>
            <p:nvPr/>
          </p:nvSpPr>
          <p:spPr bwMode="auto">
            <a:xfrm>
              <a:off x="6869485" y="2272365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301545676" name="Text 63"/>
            <p:cNvSpPr/>
            <p:nvPr/>
          </p:nvSpPr>
          <p:spPr bwMode="auto">
            <a:xfrm>
              <a:off x="6869485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13034468" name="Shape 64"/>
            <p:cNvSpPr/>
            <p:nvPr/>
          </p:nvSpPr>
          <p:spPr bwMode="auto">
            <a:xfrm>
              <a:off x="8343821" y="2272365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76624548" name="Text 65"/>
            <p:cNvSpPr/>
            <p:nvPr/>
          </p:nvSpPr>
          <p:spPr bwMode="auto">
            <a:xfrm>
              <a:off x="8343821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20075059" name="Shape 66"/>
            <p:cNvSpPr/>
            <p:nvPr/>
          </p:nvSpPr>
          <p:spPr bwMode="auto">
            <a:xfrm flipH="0" flipV="0">
              <a:off x="0" y="2530492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663078205" name="Text 67"/>
            <p:cNvSpPr/>
            <p:nvPr/>
          </p:nvSpPr>
          <p:spPr bwMode="auto">
            <a:xfrm>
              <a:off x="73716" y="2530492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000"/>
            </a:p>
          </p:txBody>
        </p:sp>
        <p:sp>
          <p:nvSpPr>
            <p:cNvPr id="1250902593" name="Shape 68"/>
            <p:cNvSpPr/>
            <p:nvPr/>
          </p:nvSpPr>
          <p:spPr bwMode="auto">
            <a:xfrm>
              <a:off x="5395148" y="2585503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912467893" name="Text 69"/>
            <p:cNvSpPr/>
            <p:nvPr/>
          </p:nvSpPr>
          <p:spPr bwMode="auto">
            <a:xfrm>
              <a:off x="5395148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225898774" name="Shape 70"/>
            <p:cNvSpPr/>
            <p:nvPr/>
          </p:nvSpPr>
          <p:spPr bwMode="auto">
            <a:xfrm>
              <a:off x="6869485" y="2585503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598666425" name="Text 71"/>
            <p:cNvSpPr/>
            <p:nvPr/>
          </p:nvSpPr>
          <p:spPr bwMode="auto">
            <a:xfrm>
              <a:off x="6869485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449938293" name="Shape 72"/>
            <p:cNvSpPr/>
            <p:nvPr/>
          </p:nvSpPr>
          <p:spPr bwMode="auto">
            <a:xfrm>
              <a:off x="8343821" y="2585503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784950302" name="Text 73"/>
            <p:cNvSpPr/>
            <p:nvPr/>
          </p:nvSpPr>
          <p:spPr bwMode="auto">
            <a:xfrm>
              <a:off x="8343821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31125696" name="Shape 74"/>
            <p:cNvSpPr/>
            <p:nvPr/>
          </p:nvSpPr>
          <p:spPr bwMode="auto">
            <a:xfrm flipH="0" flipV="0">
              <a:off x="0" y="2843629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71617161" name="Text 75"/>
            <p:cNvSpPr/>
            <p:nvPr/>
          </p:nvSpPr>
          <p:spPr bwMode="auto">
            <a:xfrm>
              <a:off x="73716" y="2843629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 / sign up</a:t>
              </a:r>
              <a:endParaRPr lang="en-US" sz="1000"/>
            </a:p>
          </p:txBody>
        </p:sp>
        <p:sp>
          <p:nvSpPr>
            <p:cNvPr id="526527996" name="Shape 76"/>
            <p:cNvSpPr/>
            <p:nvPr/>
          </p:nvSpPr>
          <p:spPr bwMode="auto">
            <a:xfrm>
              <a:off x="5395148" y="2898639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469711" name="Text 77"/>
            <p:cNvSpPr/>
            <p:nvPr/>
          </p:nvSpPr>
          <p:spPr bwMode="auto">
            <a:xfrm>
              <a:off x="5395148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502138241" name="Shape 78"/>
            <p:cNvSpPr/>
            <p:nvPr/>
          </p:nvSpPr>
          <p:spPr bwMode="auto">
            <a:xfrm>
              <a:off x="6869485" y="2898639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812107019" name="Text 79"/>
            <p:cNvSpPr/>
            <p:nvPr/>
          </p:nvSpPr>
          <p:spPr bwMode="auto">
            <a:xfrm>
              <a:off x="6869485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48041851" name="Shape 80"/>
            <p:cNvSpPr/>
            <p:nvPr/>
          </p:nvSpPr>
          <p:spPr bwMode="auto">
            <a:xfrm>
              <a:off x="8343821" y="2898639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965474091" name="Text 81"/>
            <p:cNvSpPr/>
            <p:nvPr/>
          </p:nvSpPr>
          <p:spPr bwMode="auto">
            <a:xfrm>
              <a:off x="8343821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888641153" name="Shape 82"/>
            <p:cNvSpPr/>
            <p:nvPr/>
          </p:nvSpPr>
          <p:spPr bwMode="auto">
            <a:xfrm flipH="0" flipV="0">
              <a:off x="0" y="3156766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408968112" name="Text 83"/>
            <p:cNvSpPr/>
            <p:nvPr/>
          </p:nvSpPr>
          <p:spPr bwMode="auto">
            <a:xfrm>
              <a:off x="73716" y="3156766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delete projects</a:t>
              </a:r>
              <a:endParaRPr lang="en-US" sz="1000"/>
            </a:p>
          </p:txBody>
        </p:sp>
        <p:sp>
          <p:nvSpPr>
            <p:cNvPr id="670716399" name="Text 84"/>
            <p:cNvSpPr/>
            <p:nvPr/>
          </p:nvSpPr>
          <p:spPr bwMode="auto">
            <a:xfrm>
              <a:off x="4837665" y="3156766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26325534" name="Shape 85"/>
            <p:cNvSpPr/>
            <p:nvPr/>
          </p:nvSpPr>
          <p:spPr bwMode="auto">
            <a:xfrm>
              <a:off x="6869485" y="3211778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2035749409" name="Text 86"/>
            <p:cNvSpPr/>
            <p:nvPr/>
          </p:nvSpPr>
          <p:spPr bwMode="auto">
            <a:xfrm>
              <a:off x="6869485" y="3211778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112765213" name="Shape 87"/>
            <p:cNvSpPr/>
            <p:nvPr/>
          </p:nvSpPr>
          <p:spPr bwMode="auto">
            <a:xfrm>
              <a:off x="8343821" y="3211778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298818622" name="Text 88"/>
            <p:cNvSpPr/>
            <p:nvPr/>
          </p:nvSpPr>
          <p:spPr bwMode="auto">
            <a:xfrm>
              <a:off x="8343821" y="3211778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512625419" name="Shape 89"/>
            <p:cNvSpPr/>
            <p:nvPr/>
          </p:nvSpPr>
          <p:spPr bwMode="auto">
            <a:xfrm flipH="0" flipV="0">
              <a:off x="0" y="3469905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747620318" name="Text 90"/>
            <p:cNvSpPr/>
            <p:nvPr/>
          </p:nvSpPr>
          <p:spPr bwMode="auto">
            <a:xfrm>
              <a:off x="73716" y="3469905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/ remove project members</a:t>
              </a:r>
              <a:endParaRPr lang="en-US" sz="1000"/>
            </a:p>
          </p:txBody>
        </p:sp>
        <p:sp>
          <p:nvSpPr>
            <p:cNvPr id="814786879" name="Text 91"/>
            <p:cNvSpPr/>
            <p:nvPr/>
          </p:nvSpPr>
          <p:spPr bwMode="auto">
            <a:xfrm>
              <a:off x="4837665" y="3469905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235705954" name="Shape 92"/>
            <p:cNvSpPr/>
            <p:nvPr/>
          </p:nvSpPr>
          <p:spPr bwMode="auto">
            <a:xfrm>
              <a:off x="6869485" y="3524916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223709398" name="Text 93"/>
            <p:cNvSpPr/>
            <p:nvPr/>
          </p:nvSpPr>
          <p:spPr bwMode="auto">
            <a:xfrm>
              <a:off x="6869485" y="3524916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5679692" name="Shape 94"/>
            <p:cNvSpPr/>
            <p:nvPr/>
          </p:nvSpPr>
          <p:spPr bwMode="auto">
            <a:xfrm>
              <a:off x="8343821" y="3524916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40100103" name="Text 95"/>
            <p:cNvSpPr/>
            <p:nvPr/>
          </p:nvSpPr>
          <p:spPr bwMode="auto">
            <a:xfrm>
              <a:off x="8343821" y="3524916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398801870" name="Shape 96"/>
            <p:cNvSpPr/>
            <p:nvPr/>
          </p:nvSpPr>
          <p:spPr bwMode="auto">
            <a:xfrm flipH="0" flipV="0">
              <a:off x="0" y="3783043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18285144" name="Text 97"/>
            <p:cNvSpPr/>
            <p:nvPr/>
          </p:nvSpPr>
          <p:spPr bwMode="auto">
            <a:xfrm>
              <a:off x="73716" y="3783043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roles</a:t>
              </a:r>
              <a:endParaRPr lang="en-US" sz="1000"/>
            </a:p>
          </p:txBody>
        </p:sp>
        <p:sp>
          <p:nvSpPr>
            <p:cNvPr id="1535996111" name="Text 98"/>
            <p:cNvSpPr/>
            <p:nvPr/>
          </p:nvSpPr>
          <p:spPr bwMode="auto">
            <a:xfrm>
              <a:off x="4837665" y="3783043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67442115" name="Text 99"/>
            <p:cNvSpPr/>
            <p:nvPr/>
          </p:nvSpPr>
          <p:spPr bwMode="auto">
            <a:xfrm>
              <a:off x="6312001" y="3783043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992415179" name="Shape 100"/>
            <p:cNvSpPr/>
            <p:nvPr/>
          </p:nvSpPr>
          <p:spPr bwMode="auto">
            <a:xfrm>
              <a:off x="8343821" y="3838054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04657024" name="Text 101"/>
            <p:cNvSpPr/>
            <p:nvPr/>
          </p:nvSpPr>
          <p:spPr bwMode="auto">
            <a:xfrm>
              <a:off x="8343821" y="3838054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836804951" name="Shape 102"/>
            <p:cNvSpPr/>
            <p:nvPr/>
          </p:nvSpPr>
          <p:spPr bwMode="auto">
            <a:xfrm flipH="0" flipV="0">
              <a:off x="0" y="4096181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261454566" name="Text 103"/>
            <p:cNvSpPr/>
            <p:nvPr/>
          </p:nvSpPr>
          <p:spPr bwMode="auto">
            <a:xfrm>
              <a:off x="73716" y="4096181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delete users</a:t>
              </a:r>
              <a:endParaRPr lang="en-US" sz="1000"/>
            </a:p>
          </p:txBody>
        </p:sp>
        <p:sp>
          <p:nvSpPr>
            <p:cNvPr id="140078322" name="Text 104"/>
            <p:cNvSpPr/>
            <p:nvPr/>
          </p:nvSpPr>
          <p:spPr bwMode="auto">
            <a:xfrm>
              <a:off x="4837665" y="4096181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801097622" name="Text 105"/>
            <p:cNvSpPr/>
            <p:nvPr/>
          </p:nvSpPr>
          <p:spPr bwMode="auto">
            <a:xfrm>
              <a:off x="6312001" y="4096181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062545147" name="Shape 106"/>
            <p:cNvSpPr/>
            <p:nvPr/>
          </p:nvSpPr>
          <p:spPr bwMode="auto">
            <a:xfrm>
              <a:off x="8343821" y="4151192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527902906" name="Text 107"/>
            <p:cNvSpPr/>
            <p:nvPr/>
          </p:nvSpPr>
          <p:spPr bwMode="auto">
            <a:xfrm>
              <a:off x="8343821" y="4151192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/>
  <cp:revision>4</cp:revision>
  <dcterms:created xsi:type="dcterms:W3CDTF">2026-04-06T11:44:17Z</dcterms:created>
  <dcterms:modified xsi:type="dcterms:W3CDTF">2026-04-11T17:44:16Z</dcterms:modified>
</cp:coreProperties>
</file>